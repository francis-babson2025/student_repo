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notesMasterIdLst>
    <p:notesMasterId r:id="rId47"/>
  </p:notesMasterIdLst>
  <p:sldIdLst>
    <p:sldId id="355" r:id="rId2"/>
    <p:sldId id="357" r:id="rId3"/>
    <p:sldId id="358" r:id="rId4"/>
    <p:sldId id="364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2" r:id="rId43"/>
    <p:sldId id="403" r:id="rId44"/>
    <p:sldId id="404" r:id="rId45"/>
    <p:sldId id="405" r:id="rId46"/>
  </p:sldIdLst>
  <p:sldSz cx="9144000" cy="6858000" type="screen4x3"/>
  <p:notesSz cx="6918325" cy="9385300"/>
  <p:defaultTextStyle>
    <a:lvl1pPr marL="0" indent="0" algn="l" defTabSz="914400" rtl="0" fontAlgn="base">
      <a:lnSpc>
        <a:spcPct val="100000"/>
      </a:lnSpc>
      <a:spcBef>
        <a:spcPct val="0"/>
      </a:spcBef>
      <a:spcAft>
        <a:spcPct val="0"/>
      </a:spcAft>
      <a:buNone/>
      <a:defRPr lang="en-US" sz="2400" b="0" i="0" u="none" baseline="0" dirty="0" smtClean="0">
        <a:solidFill>
          <a:schemeClr val="tx1"/>
        </a:solidFill>
        <a:latin typeface="Arial" pitchFamily="34" charset="0"/>
      </a:defRPr>
    </a:lvl1pPr>
    <a:lvl2pPr marL="4572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2pPr>
    <a:lvl3pPr marL="9144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3pPr>
    <a:lvl4pPr marL="13716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4pPr>
    <a:lvl5pPr marL="1828800" indent="0">
      <a:lnSpc>
        <a:spcPct val="100000"/>
      </a:lnSpc>
      <a:spcBef>
        <a:spcPct val="0"/>
      </a:spcBef>
      <a:spcAft>
        <a:spcPct val="0"/>
      </a:spcAft>
      <a:buNone/>
      <a:defRPr lang="en-US" sz="2400" b="0" i="0" u="none" dirty="0" smtClean="0">
        <a:solidFill>
          <a:schemeClr val="tx1"/>
        </a:solidFill>
        <a:latin typeface="Arial" pitchFamily="34" charset="0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ED257E-E5EF-442B-C8D9-930C1F158C6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9" autoAdjust="0"/>
    <p:restoredTop sz="94660"/>
  </p:normalViewPr>
  <p:slideViewPr>
    <p:cSldViewPr snapToGrid="0">
      <p:cViewPr varScale="1">
        <p:scale>
          <a:sx n="98" d="100"/>
          <a:sy n="98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/>
          <a:lstStyle/>
          <a:p>
            <a:pPr defTabSz="939800"/>
            <a:r>
              <a:rPr lang="en-US" sz="1000" i="1" dirty="0"/>
              <a:t>*</a:t>
            </a:r>
          </a:p>
        </p:txBody>
      </p:sp>
      <p:sp>
        <p:nvSpPr>
          <p:cNvPr id="8" name="Text Box 8"/>
          <p:cNvSpPr>
            <a:spLocks noGrp="1"/>
          </p:cNvSpPr>
          <p:nvPr>
            <p:ph type="dt" idx="1"/>
          </p:nvPr>
        </p:nvSpPr>
        <p:spPr>
          <a:xfrm>
            <a:off x="3921125" y="0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/>
          <a:lstStyle/>
          <a:p>
            <a:pPr algn="r" defTabSz="939800"/>
            <a:r>
              <a:rPr lang="en-US" sz="1000" i="1" dirty="0"/>
              <a:t>*</a:t>
            </a:r>
          </a:p>
        </p:txBody>
      </p:sp>
      <p:sp>
        <p:nvSpPr>
          <p:cNvPr id="9" name="Text Box 9"/>
          <p:cNvSpPr>
            <a:spLocks noGrp="1" noRot="1" noChangeAspect="1"/>
          </p:cNvSpPr>
          <p:nvPr>
            <p:ph type="sldImg" idx="2"/>
          </p:nvPr>
        </p:nvSpPr>
        <p:spPr>
          <a:xfrm>
            <a:off x="1135062" y="722312"/>
            <a:ext cx="4648200" cy="3486150"/>
          </a:xfrm>
          <a:prstGeom prst="rect">
            <a:avLst/>
          </a:prstGeom>
          <a:ln w="12700">
            <a:solidFill>
              <a:schemeClr val="tx1"/>
            </a:solidFill>
            <a:round/>
            <a:headEnd/>
            <a:tailEnd/>
          </a:ln>
          <a:effectLst/>
        </p:spPr>
      </p:sp>
      <p:sp>
        <p:nvSpPr>
          <p:cNvPr id="10" name="Text Box 10"/>
          <p:cNvSpPr>
            <a:spLocks noGrp="1"/>
          </p:cNvSpPr>
          <p:nvPr>
            <p:ph type="body" sz="quarter" idx="3"/>
          </p:nvPr>
        </p:nvSpPr>
        <p:spPr>
          <a:xfrm>
            <a:off x="922337" y="4454525"/>
            <a:ext cx="5073650" cy="4214812"/>
          </a:xfrm>
          <a:prstGeom prst="rect">
            <a:avLst/>
          </a:prstGeom>
          <a:ln>
            <a:noFill/>
          </a:ln>
          <a:effectLst/>
        </p:spPr>
        <p:txBody>
          <a:bodyPr lIns="94708" tIns="47355" rIns="94708" bIns="47355"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11" name="Text Box 11"/>
          <p:cNvSpPr>
            <a:spLocks noGrp="1"/>
          </p:cNvSpPr>
          <p:nvPr>
            <p:ph type="ftr" sz="quarter" idx="4"/>
          </p:nvPr>
        </p:nvSpPr>
        <p:spPr>
          <a:xfrm>
            <a:off x="0" y="8907462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 anchor="b"/>
          <a:lstStyle/>
          <a:p>
            <a:pPr defTabSz="939800"/>
            <a:r>
              <a:rPr lang="en-US" sz="1000" i="1" dirty="0"/>
              <a:t>*</a:t>
            </a:r>
          </a:p>
        </p:txBody>
      </p:sp>
      <p:sp>
        <p:nvSpPr>
          <p:cNvPr id="12" name="Text Box 12"/>
          <p:cNvSpPr>
            <a:spLocks noGrp="1"/>
          </p:cNvSpPr>
          <p:nvPr>
            <p:ph type="sldNum" sz="quarter" idx="5"/>
          </p:nvPr>
        </p:nvSpPr>
        <p:spPr>
          <a:xfrm>
            <a:off x="3921125" y="8907462"/>
            <a:ext cx="2997200" cy="477837"/>
          </a:xfrm>
          <a:prstGeom prst="rect">
            <a:avLst/>
          </a:prstGeom>
          <a:ln>
            <a:noFill/>
          </a:ln>
          <a:effectLst/>
        </p:spPr>
        <p:txBody>
          <a:bodyPr lIns="19595" tIns="0" rIns="19595" bIns="0" numCol="1" anchor="b"/>
          <a:lstStyle/>
          <a:p>
            <a:pPr algn="r" defTabSz="939800"/>
            <a:r>
              <a:rPr lang="en-US" sz="1000" i="1" dirty="0"/>
              <a:t>*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8" name="Text Box 3718"/>
          <p:cNvSpPr>
            <a:spLocks noGrp="1" noRot="1" noChangeAspect="1"/>
          </p:cNvSpPr>
          <p:nvPr>
            <p:ph type="sldImg"/>
          </p:nvPr>
        </p:nvSpPr>
        <p:spPr>
          <a:xfrm>
            <a:off x="1135062" y="722312"/>
            <a:ext cx="4648200" cy="3486150"/>
          </a:xfrm>
          <a:prstGeom prst="rect">
            <a:avLst/>
          </a:prstGeom>
        </p:spPr>
      </p:sp>
      <p:sp>
        <p:nvSpPr>
          <p:cNvPr id="3719" name="Text Box 3719"/>
          <p:cNvSpPr>
            <a:spLocks noGrp="1"/>
          </p:cNvSpPr>
          <p:nvPr>
            <p:ph type="body" idx="1"/>
          </p:nvPr>
        </p:nvSpPr>
        <p:spPr>
          <a:xfrm>
            <a:off x="922337" y="4454525"/>
            <a:ext cx="5073650" cy="4214812"/>
          </a:xfrm>
          <a:prstGeom prst="rect">
            <a:avLst/>
          </a:prstGeom>
        </p:spPr>
        <p:txBody>
          <a:bodyPr numCol="1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C9600221-B624-45B7-9E68-D1D7975258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A5BC7F78-48E6-4BBC-B0E1-56BD2A17F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146B05A8-4507-4941-A8ED-92C83DD237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2D52B7B6-6F1B-4A62-B87E-81AD4998D8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08F7B79A-4EA2-44AE-9F7F-F6A143AD22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4E83BA4B-50FE-4B84-AE64-D7F085A2A31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D6B306A-339E-4A68-B601-FE88844A1F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C543D10D-1B83-4EE9-8835-AFAF7628AD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>
            <a:lvl1pPr>
              <a:defRPr/>
            </a:lvl1pPr>
          </a:lstStyle>
          <a:p>
            <a:fld id="{8A0F8399-60D2-4F5D-9CEE-64FA3803ED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ln>
            <a:noFill/>
          </a:ln>
          <a:effectLst/>
        </p:spPr>
        <p:txBody>
          <a:bodyPr lIns="92064" tIns="46033" rIns="92064" bIns="46033" numCol="1" anchor="ctr"/>
          <a:lstStyle/>
          <a:p>
            <a:endParaRPr/>
          </a:p>
        </p:txBody>
      </p:sp>
      <p:sp>
        <p:nvSpPr>
          <p:cNvPr id="2" name="Text Box 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ln>
            <a:noFill/>
          </a:ln>
          <a:effectLst/>
        </p:spPr>
        <p:txBody>
          <a:bodyPr lIns="92064" tIns="46033" rIns="92064" bIns="46033" numCol="1"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3" name="Text Box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>
            <a:noFill/>
          </a:ln>
          <a:effectLst/>
        </p:spPr>
        <p:txBody>
          <a:bodyPr wrap="none" lIns="92064" tIns="46033" rIns="92064" bIns="46033" numCol="1" anchor="ctr"/>
          <a:lstStyle/>
          <a:p>
            <a:r>
              <a:rPr lang="en-US" sz="1400" dirty="0"/>
              <a:t>*</a:t>
            </a:r>
          </a:p>
        </p:txBody>
      </p:sp>
      <p:sp>
        <p:nvSpPr>
          <p:cNvPr id="4" name="Text Box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>
            <a:noFill/>
          </a:ln>
          <a:effectLst/>
        </p:spPr>
        <p:txBody>
          <a:bodyPr wrap="none" lIns="92064" tIns="46033" rIns="92064" bIns="46033" numCol="1" anchor="ctr"/>
          <a:lstStyle/>
          <a:p>
            <a:pPr algn="ctr"/>
            <a:r>
              <a:rPr lang="en-US" sz="1400" dirty="0"/>
              <a:t>*</a:t>
            </a:r>
          </a:p>
        </p:txBody>
      </p:sp>
      <p:sp>
        <p:nvSpPr>
          <p:cNvPr id="5" name="Text Box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>
            <a:noFill/>
          </a:ln>
          <a:effectLst/>
        </p:spPr>
        <p:txBody>
          <a:bodyPr wrap="none" lIns="92064" tIns="46033" rIns="92064" bIns="46033" numCol="1" anchor="ctr"/>
          <a:lstStyle/>
          <a:p>
            <a:pPr algn="r"/>
            <a:r>
              <a:rPr lang="en-US" sz="1400" dirty="0"/>
              <a:t>Slide *</a:t>
            </a:r>
          </a:p>
        </p:txBody>
      </p:sp>
      <p:sp>
        <p:nvSpPr>
          <p:cNvPr id="6" name="Text Box 6"/>
          <p:cNvSpPr>
            <a:spLocks/>
          </p:cNvSpPr>
          <p:nvPr/>
        </p:nvSpPr>
        <p:spPr>
          <a:xfrm>
            <a:off x="23812" y="23812"/>
            <a:ext cx="9094787" cy="6808787"/>
          </a:xfrm>
          <a:prstGeom prst="rect">
            <a:avLst/>
          </a:prstGeom>
          <a:noFill/>
          <a:ln w="47625" cmpd="thickThin">
            <a:solidFill>
              <a:schemeClr val="tx1"/>
            </a:solidFill>
            <a:round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marL="0" indent="0" algn="ctr" defTabSz="914400" rtl="0" fontAlgn="base">
        <a:lnSpc>
          <a:spcPct val="100000"/>
        </a:lnSpc>
        <a:spcBef>
          <a:spcPct val="0"/>
        </a:spcBef>
        <a:spcAft>
          <a:spcPct val="0"/>
        </a:spcAft>
        <a:buNone/>
        <a:defRPr lang="en-US" sz="3200" b="1" i="0" u="none" baseline="0" dirty="0" smtClean="0">
          <a:solidFill>
            <a:schemeClr val="tx2"/>
          </a:solidFill>
          <a:latin typeface="Arial" pitchFamily="34" charset="0"/>
        </a:defRPr>
      </a:lvl1pPr>
    </p:titleStyle>
    <p:bodyStyle>
      <a:lvl1pPr marL="342900" indent="-342900" algn="l" defTabSz="914400" rtl="0" fontAlgn="base">
        <a:lnSpc>
          <a:spcPct val="100000"/>
        </a:lnSpc>
        <a:spcBef>
          <a:spcPct val="20000"/>
        </a:spcBef>
        <a:spcAft>
          <a:spcPct val="0"/>
        </a:spcAft>
        <a:buChar char="•"/>
        <a:defRPr lang="en-US" sz="2400" b="0" i="0" u="none" baseline="0" dirty="0" smtClean="0">
          <a:solidFill>
            <a:schemeClr val="tx1"/>
          </a:solidFill>
          <a:latin typeface="Arial" pitchFamily="34" charset="0"/>
        </a:defRPr>
      </a:lvl1pPr>
      <a:lvl2pPr marL="742950" indent="-285750">
        <a:lnSpc>
          <a:spcPct val="100000"/>
        </a:lnSpc>
        <a:spcBef>
          <a:spcPct val="20000"/>
        </a:spcBef>
        <a:spcAft>
          <a:spcPct val="0"/>
        </a:spcAft>
        <a:buChar char="–"/>
        <a:defRPr lang="en-US" sz="2400" b="0" i="0" u="none" dirty="0" smtClean="0">
          <a:solidFill>
            <a:schemeClr val="tx1"/>
          </a:solidFill>
          <a:latin typeface="Arial" pitchFamily="34" charset="0"/>
        </a:defRPr>
      </a:lvl2pPr>
      <a:lvl3pPr marL="1143000" indent="-228600">
        <a:lnSpc>
          <a:spcPct val="100000"/>
        </a:lnSpc>
        <a:spcBef>
          <a:spcPct val="20000"/>
        </a:spcBef>
        <a:spcAft>
          <a:spcPct val="0"/>
        </a:spcAft>
        <a:buChar char="•"/>
        <a:defRPr lang="en-US" sz="2000" b="0" i="0" u="none" dirty="0" smtClean="0">
          <a:solidFill>
            <a:schemeClr val="tx1"/>
          </a:solidFill>
          <a:latin typeface="Arial" pitchFamily="34" charset="0"/>
        </a:defRPr>
      </a:lvl3pPr>
      <a:lvl4pPr marL="1600200" indent="-228600">
        <a:lnSpc>
          <a:spcPct val="100000"/>
        </a:lnSpc>
        <a:spcBef>
          <a:spcPct val="20000"/>
        </a:spcBef>
        <a:spcAft>
          <a:spcPct val="0"/>
        </a:spcAft>
        <a:buChar char="–"/>
        <a:defRPr lang="en-US" sz="2000" b="0" i="0" u="none" dirty="0" smtClean="0">
          <a:solidFill>
            <a:schemeClr val="tx1"/>
          </a:solidFill>
          <a:latin typeface="Arial" pitchFamily="34" charset="0"/>
        </a:defRPr>
      </a:lvl4pPr>
      <a:lvl5pPr marL="2057400" indent="-228600">
        <a:lnSpc>
          <a:spcPct val="100000"/>
        </a:lnSpc>
        <a:spcBef>
          <a:spcPct val="20000"/>
        </a:spcBef>
        <a:spcAft>
          <a:spcPct val="0"/>
        </a:spcAft>
        <a:buChar char="•"/>
        <a:defRPr lang="en-US" sz="1800" b="0" i="0" u="none" dirty="0" smtClean="0">
          <a:solidFill>
            <a:schemeClr val="tx1"/>
          </a:solidFill>
          <a:latin typeface="Arial" pitchFamily="34" charset="0"/>
        </a:defRPr>
      </a:lvl5pPr>
    </p:bodyStyle>
    <p:otherStyle>
      <a:lvl1pPr marL="0" indent="0" algn="l" defTabSz="914400" rtl="0" fontAlgn="base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baseline="0" dirty="0" smtClean="0">
          <a:solidFill>
            <a:schemeClr val="tx1"/>
          </a:solidFill>
          <a:latin typeface="Arial" pitchFamily="34" charset="0"/>
        </a:defRPr>
      </a:lvl1pPr>
      <a:lvl2pPr marL="4572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2pPr>
      <a:lvl3pPr marL="9144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3pPr>
      <a:lvl4pPr marL="13716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4pPr>
      <a:lvl5pPr marL="1828800" indent="0">
        <a:lnSpc>
          <a:spcPct val="100000"/>
        </a:lnSpc>
        <a:spcBef>
          <a:spcPct val="0"/>
        </a:spcBef>
        <a:spcAft>
          <a:spcPct val="0"/>
        </a:spcAft>
        <a:buNone/>
        <a:defRPr lang="en-US" sz="2400" b="0" i="0" u="none" dirty="0" smtClean="0">
          <a:solidFill>
            <a:schemeClr val="tx1"/>
          </a:solidFill>
          <a:latin typeface="Arial" pitchFamily="34" charset="0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Text Box 2085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 numCol="1"/>
          <a:lstStyle>
            <a:lvl1pPr>
              <a:defRPr lang="en-US" dirty="0" smtClean="0"/>
            </a:lvl1pPr>
          </a:lstStyle>
          <a:p>
            <a:r>
              <a:t>Mergesort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Text Box 211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Divide and Conquer</a:t>
            </a:r>
          </a:p>
        </p:txBody>
      </p:sp>
      <p:sp>
        <p:nvSpPr>
          <p:cNvPr id="2116" name="Text Box 2116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sz="2800" b="1" dirty="0"/>
              <a:t>Divide and Conquer cuts the problem in half each time, but </a:t>
            </a:r>
            <a:r>
              <a:rPr lang="en-US" sz="2800" b="1" dirty="0">
                <a:solidFill>
                  <a:srgbClr val="3333FF"/>
                </a:solidFill>
              </a:rPr>
              <a:t>uses the result of both halves</a:t>
            </a:r>
            <a:r>
              <a:rPr lang="en-US" sz="2800" b="1" dirty="0"/>
              <a:t>:</a:t>
            </a:r>
          </a:p>
          <a:p>
            <a:pPr marL="742950" lvl="1" indent="-285750"/>
            <a:r>
              <a:rPr lang="en-US" sz="2800" b="1" dirty="0"/>
              <a:t>cut the problem in half until the problem is trivial </a:t>
            </a:r>
          </a:p>
          <a:p>
            <a:pPr marL="742950" lvl="1" indent="-285750"/>
            <a:r>
              <a:rPr lang="en-US" sz="2800" b="1" dirty="0"/>
              <a:t>solve for both halves</a:t>
            </a:r>
          </a:p>
          <a:p>
            <a:pPr marL="742950" lvl="1" indent="-285750"/>
            <a:r>
              <a:rPr lang="en-US" sz="2800" b="1" dirty="0"/>
              <a:t>combine the solutions</a:t>
            </a:r>
          </a:p>
        </p:txBody>
      </p:sp>
      <p:sp>
        <p:nvSpPr>
          <p:cNvPr id="2117" name="Text Box 2117"/>
          <p:cNvSpPr>
            <a:spLocks/>
          </p:cNvSpPr>
          <p:nvPr/>
        </p:nvSpPr>
        <p:spPr>
          <a:xfrm>
            <a:off x="1463675" y="1662112"/>
            <a:ext cx="184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endParaRPr/>
          </a:p>
        </p:txBody>
      </p:sp>
    </p:spTree>
  </p:cSld>
  <p:clrMapOvr>
    <a:masterClrMapping/>
  </p:clrMapOvr>
  <p:transition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Text Box 2118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85800"/>
          </a:xfrm>
          <a:prstGeom prst="rect">
            <a:avLst/>
          </a:prstGeom>
        </p:spPr>
        <p:txBody>
          <a:bodyPr numCol="1"/>
          <a:lstStyle/>
          <a:p>
            <a:r>
              <a:t>Mergesort</a:t>
            </a:r>
          </a:p>
        </p:txBody>
      </p:sp>
      <p:sp>
        <p:nvSpPr>
          <p:cNvPr id="2119" name="Text Box 2119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b="1" dirty="0"/>
              <a:t>A divide-and-conquer algorithm:</a:t>
            </a:r>
          </a:p>
          <a:p>
            <a:pPr marL="342900" indent="-342900"/>
            <a:r>
              <a:rPr lang="en-US" b="1" dirty="0"/>
              <a:t>Divide the unsorted array into 2 halves until the sub-arrays only contain one element</a:t>
            </a:r>
          </a:p>
          <a:p>
            <a:pPr marL="342900" indent="-342900"/>
            <a:r>
              <a:rPr lang="en-US" b="1" dirty="0"/>
              <a:t>Merge the sub-problem solutions together:</a:t>
            </a:r>
          </a:p>
          <a:p>
            <a:pPr marL="742950" lvl="1" indent="-285750"/>
            <a:r>
              <a:rPr lang="en-US" b="1" dirty="0"/>
              <a:t>Compare the sub-array’s first elements</a:t>
            </a:r>
          </a:p>
          <a:p>
            <a:pPr marL="742950" lvl="1" indent="-285750"/>
            <a:r>
              <a:rPr lang="en-US" b="1" dirty="0"/>
              <a:t>Remove the smallest element and put it into the result array</a:t>
            </a:r>
          </a:p>
          <a:p>
            <a:pPr marL="742950" lvl="1" indent="-285750"/>
            <a:r>
              <a:rPr lang="en-US" b="1" dirty="0"/>
              <a:t>Continue the process until all elements have been put into the result array</a:t>
            </a:r>
          </a:p>
        </p:txBody>
      </p:sp>
      <p:sp>
        <p:nvSpPr>
          <p:cNvPr id="2120" name="Text Box 2120"/>
          <p:cNvSpPr>
            <a:spLocks/>
          </p:cNvSpPr>
          <p:nvPr/>
        </p:nvSpPr>
        <p:spPr>
          <a:xfrm>
            <a:off x="990600" y="609600"/>
            <a:ext cx="184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endParaRPr/>
          </a:p>
        </p:txBody>
      </p:sp>
      <p:grpSp>
        <p:nvGrpSpPr>
          <p:cNvPr id="2121" name="Group 2121"/>
          <p:cNvGrpSpPr>
            <a:grpSpLocks/>
          </p:cNvGrpSpPr>
          <p:nvPr/>
        </p:nvGrpSpPr>
        <p:grpSpPr>
          <a:xfrm>
            <a:off x="762000" y="5334000"/>
            <a:ext cx="7131050" cy="598487"/>
            <a:chOff x="502" y="3523"/>
            <a:chExt cx="3363" cy="502"/>
          </a:xfrm>
        </p:grpSpPr>
        <p:sp>
          <p:nvSpPr>
            <p:cNvPr id="2122" name="Text Box 2122"/>
            <p:cNvSpPr>
              <a:spLocks/>
            </p:cNvSpPr>
            <p:nvPr/>
          </p:nvSpPr>
          <p:spPr>
            <a:xfrm>
              <a:off x="502" y="3527"/>
              <a:ext cx="3363" cy="48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23" name="Text Box 2123"/>
            <p:cNvSpPr>
              <a:spLocks/>
            </p:cNvSpPr>
            <p:nvPr/>
          </p:nvSpPr>
          <p:spPr>
            <a:xfrm>
              <a:off x="2119" y="3523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24" name="Text Box 2124"/>
            <p:cNvSpPr>
              <a:spLocks/>
            </p:cNvSpPr>
            <p:nvPr/>
          </p:nvSpPr>
          <p:spPr>
            <a:xfrm>
              <a:off x="2514" y="3545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25" name="Text Box 2125"/>
            <p:cNvSpPr>
              <a:spLocks/>
            </p:cNvSpPr>
            <p:nvPr/>
          </p:nvSpPr>
          <p:spPr>
            <a:xfrm>
              <a:off x="3399" y="3523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26" name="Text Box 2126"/>
            <p:cNvSpPr>
              <a:spLocks/>
            </p:cNvSpPr>
            <p:nvPr/>
          </p:nvSpPr>
          <p:spPr>
            <a:xfrm>
              <a:off x="2951" y="353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27" name="Text Box 2127"/>
            <p:cNvSpPr>
              <a:spLocks/>
            </p:cNvSpPr>
            <p:nvPr/>
          </p:nvSpPr>
          <p:spPr>
            <a:xfrm>
              <a:off x="1714" y="353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28" name="Text Box 2128"/>
            <p:cNvSpPr>
              <a:spLocks/>
            </p:cNvSpPr>
            <p:nvPr/>
          </p:nvSpPr>
          <p:spPr>
            <a:xfrm>
              <a:off x="903" y="3523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29" name="Text Box 2129"/>
            <p:cNvSpPr>
              <a:spLocks/>
            </p:cNvSpPr>
            <p:nvPr/>
          </p:nvSpPr>
          <p:spPr>
            <a:xfrm>
              <a:off x="1298" y="3534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sp>
        <p:sp>
          <p:nvSpPr>
            <p:cNvPr id="2130" name="Text Box 2130"/>
            <p:cNvSpPr>
              <a:spLocks/>
            </p:cNvSpPr>
            <p:nvPr/>
          </p:nvSpPr>
          <p:spPr>
            <a:xfrm>
              <a:off x="557" y="3610"/>
              <a:ext cx="247" cy="3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37</a:t>
              </a:r>
            </a:p>
          </p:txBody>
        </p:sp>
        <p:sp>
          <p:nvSpPr>
            <p:cNvPr id="2131" name="Text Box 2131"/>
            <p:cNvSpPr>
              <a:spLocks/>
            </p:cNvSpPr>
            <p:nvPr/>
          </p:nvSpPr>
          <p:spPr>
            <a:xfrm>
              <a:off x="973" y="3610"/>
              <a:ext cx="247" cy="3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23</a:t>
              </a:r>
            </a:p>
          </p:txBody>
        </p:sp>
        <p:sp>
          <p:nvSpPr>
            <p:cNvPr id="2132" name="Text Box 2132"/>
            <p:cNvSpPr>
              <a:spLocks/>
            </p:cNvSpPr>
            <p:nvPr/>
          </p:nvSpPr>
          <p:spPr>
            <a:xfrm>
              <a:off x="1400" y="3599"/>
              <a:ext cx="167" cy="3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6</a:t>
              </a:r>
            </a:p>
          </p:txBody>
        </p:sp>
        <p:sp>
          <p:nvSpPr>
            <p:cNvPr id="2133" name="Text Box 2133"/>
            <p:cNvSpPr>
              <a:spLocks/>
            </p:cNvSpPr>
            <p:nvPr/>
          </p:nvSpPr>
          <p:spPr>
            <a:xfrm>
              <a:off x="1784" y="362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89</a:t>
              </a:r>
            </a:p>
          </p:txBody>
        </p:sp>
        <p:sp>
          <p:nvSpPr>
            <p:cNvPr id="2134" name="Text Box 2134"/>
            <p:cNvSpPr>
              <a:spLocks/>
            </p:cNvSpPr>
            <p:nvPr/>
          </p:nvSpPr>
          <p:spPr>
            <a:xfrm>
              <a:off x="2157" y="362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15</a:t>
              </a:r>
            </a:p>
          </p:txBody>
        </p:sp>
        <p:sp>
          <p:nvSpPr>
            <p:cNvPr id="2135" name="Text Box 2135"/>
            <p:cNvSpPr>
              <a:spLocks/>
            </p:cNvSpPr>
            <p:nvPr/>
          </p:nvSpPr>
          <p:spPr>
            <a:xfrm>
              <a:off x="2552" y="3630"/>
              <a:ext cx="247" cy="3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12</a:t>
              </a:r>
            </a:p>
          </p:txBody>
        </p:sp>
        <p:sp>
          <p:nvSpPr>
            <p:cNvPr id="2136" name="Text Box 2136"/>
            <p:cNvSpPr>
              <a:spLocks/>
            </p:cNvSpPr>
            <p:nvPr/>
          </p:nvSpPr>
          <p:spPr>
            <a:xfrm>
              <a:off x="3053" y="3620"/>
              <a:ext cx="167" cy="3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2</a:t>
              </a:r>
            </a:p>
          </p:txBody>
        </p:sp>
        <p:sp>
          <p:nvSpPr>
            <p:cNvPr id="2137" name="Text Box 2137"/>
            <p:cNvSpPr>
              <a:spLocks/>
            </p:cNvSpPr>
            <p:nvPr/>
          </p:nvSpPr>
          <p:spPr>
            <a:xfrm>
              <a:off x="3491" y="3610"/>
              <a:ext cx="247" cy="3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numCol="1">
              <a:spAutoFit/>
            </a:bodyPr>
            <a:lstStyle/>
            <a:p>
              <a:pPr marL="0" indent="0"/>
              <a:r>
                <a:rPr lang="en-US" b="1" dirty="0"/>
                <a:t>19</a:t>
              </a:r>
            </a:p>
          </p:txBody>
        </p:sp>
      </p:grpSp>
      <p:sp>
        <p:nvSpPr>
          <p:cNvPr id="2138" name="Text Box 2138"/>
          <p:cNvSpPr>
            <a:spLocks/>
          </p:cNvSpPr>
          <p:nvPr/>
        </p:nvSpPr>
        <p:spPr>
          <a:xfrm>
            <a:off x="1433512" y="5100637"/>
            <a:ext cx="184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 numCol="1">
            <a:spAutoFit/>
          </a:bodyPr>
          <a:lstStyle/>
          <a:p>
            <a:endParaRPr/>
          </a:p>
        </p:txBody>
      </p:sp>
    </p:spTree>
  </p:cSld>
  <p:clrMapOvr>
    <a:masterClrMapping/>
  </p:clrMapOvr>
  <p:transition>
    <p:cut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Text Box 2158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159" name="Text Box 2159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160" name="Text Box 2160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161" name="Text Box 2161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162" name="Text Box 2162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163" name="Text Box 2163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164" name="Text Box 2164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165" name="Text Box 2165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Text Box 2166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167" name="Text Box 2167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168" name="Text Box 2168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169" name="Text Box 2169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170" name="Text Box 2170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171" name="Text Box 2171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172" name="Text Box 2172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173" name="Text Box 2173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174" name="Text Box 2174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175" name="Text Box 2175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176" name="Text Box 2176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177" name="Text Box 2177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178" name="Text Box 2178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179" name="Text Box 2179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180" name="Text Box 2180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181" name="Text Box 2181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Text Box 2182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183" name="Text Box 2183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184" name="Text Box 2184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185" name="Text Box 2185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186" name="Text Box 2186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187" name="Text Box 2187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188" name="Text Box 2188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189" name="Text Box 2189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190" name="Text Box 2190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191" name="Text Box 2191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192" name="Text Box 2192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193" name="Text Box 2193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194" name="Text Box 2194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195" name="Text Box 2195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196" name="Text Box 2196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197" name="Text Box 2197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198" name="Text Box 2198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199" name="Text Box 2199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00" name="Text Box 2200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01" name="Text Box 2201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Text Box 2202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03" name="Text Box 2203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04" name="Text Box 2204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05" name="Text Box 2205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06" name="Text Box 2206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07" name="Text Box 2207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08" name="Text Box 2208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09" name="Text Box 2209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10" name="Text Box 2210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11" name="Text Box 2211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12" name="Text Box 2212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13" name="Text Box 2213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14" name="Text Box 2214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15" name="Text Box 2215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16" name="Text Box 2216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17" name="Text Box 2217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18" name="Text Box 2218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19" name="Text Box 2219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20" name="Text Box 2220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21" name="Text Box 2221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22" name="Text Box 2222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23" name="Text Box 2223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Text Box 222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25" name="Text Box 222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26" name="Text Box 222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27" name="Text Box 222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28" name="Text Box 222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29" name="Text Box 222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30" name="Text Box 223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31" name="Text Box 223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32" name="Text Box 223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33" name="Text Box 223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34" name="Text Box 223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35" name="Text Box 223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36" name="Text Box 223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37" name="Text Box 223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38" name="Text Box 223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39" name="Text Box 223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40" name="Text Box 224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41" name="Text Box 224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42" name="Text Box 224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43" name="Text Box 224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44" name="Text Box 224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45" name="Text Box 224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46" name="Text Box 2246"/>
          <p:cNvSpPr txBox="1">
            <a:spLocks/>
          </p:cNvSpPr>
          <p:nvPr/>
        </p:nvSpPr>
        <p:spPr>
          <a:xfrm>
            <a:off x="1600200" y="42672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Text Box 2247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48" name="Text Box 2248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49" name="Text Box 2249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50" name="Text Box 2250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51" name="Text Box 2251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52" name="Text Box 2252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53" name="Text Box 2253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54" name="Text Box 2254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55" name="Text Box 2255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56" name="Text Box 2256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57" name="Text Box 2257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58" name="Text Box 2258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59" name="Text Box 2259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60" name="Text Box 2260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61" name="Text Box 2261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62" name="Text Box 2262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63" name="Text Box 2263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64" name="Text Box 2264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65" name="Text Box 2265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66" name="Text Box 2266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67" name="Text Box 2267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68" name="Text Box 2268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69" name="Text Box 2269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70" name="Text Box 2270"/>
          <p:cNvSpPr txBox="1">
            <a:spLocks/>
          </p:cNvSpPr>
          <p:nvPr/>
        </p:nvSpPr>
        <p:spPr>
          <a:xfrm>
            <a:off x="1600200" y="42672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Text Box 2271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72" name="Text Box 2272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73" name="Text Box 2273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74" name="Text Box 2274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75" name="Text Box 2275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76" name="Text Box 2276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77" name="Text Box 2277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78" name="Text Box 2278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79" name="Text Box 2279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80" name="Text Box 2280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81" name="Text Box 2281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82" name="Text Box 2282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83" name="Text Box 2283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284" name="Text Box 2284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285" name="Text Box 2285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86" name="Text Box 2286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287" name="Text Box 2287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88" name="Text Box 2288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89" name="Text Box 2289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290" name="Text Box 2290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91" name="Text Box 2291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92" name="Text Box 2292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93" name="Text Box 2293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94" name="Text Box 2294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295" name="Text Box 2295"/>
          <p:cNvSpPr txBox="1">
            <a:spLocks/>
          </p:cNvSpPr>
          <p:nvPr/>
        </p:nvSpPr>
        <p:spPr>
          <a:xfrm>
            <a:off x="1600200" y="42672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Text Box 2296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297" name="Text Box 2297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298" name="Text Box 2298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299" name="Text Box 2299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00" name="Text Box 2300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01" name="Text Box 2301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02" name="Text Box 2302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03" name="Text Box 2303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04" name="Text Box 2304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305" name="Text Box 2305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06" name="Text Box 2306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07" name="Text Box 2307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08" name="Text Box 2308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09" name="Text Box 2309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10" name="Text Box 2310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11" name="Text Box 2311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12" name="Text Box 2312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13" name="Text Box 2313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14" name="Text Box 2314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15" name="Text Box 2315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16" name="Text Box 2316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17" name="Text Box 2317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18" name="Text Box 2318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19" name="Text Box 2319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20" name="Text Box 2320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21" name="Text Box 2321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Text Box 2322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323" name="Text Box 2323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24" name="Text Box 2324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25" name="Text Box 2325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26" name="Text Box 2326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27" name="Text Box 2327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28" name="Text Box 2328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29" name="Text Box 2329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30" name="Text Box 2330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331" name="Text Box 2331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32" name="Text Box 2332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33" name="Text Box 2333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34" name="Text Box 2334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35" name="Text Box 2335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36" name="Text Box 2336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37" name="Text Box 2337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38" name="Text Box 2338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39" name="Text Box 2339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40" name="Text Box 2340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41" name="Text Box 2341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42" name="Text Box 2342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43" name="Text Box 2343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44" name="Text Box 2344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45" name="Text Box 2345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46" name="Text Box 2346"/>
          <p:cNvSpPr txBox="1">
            <a:spLocks/>
          </p:cNvSpPr>
          <p:nvPr/>
        </p:nvSpPr>
        <p:spPr>
          <a:xfrm>
            <a:off x="3276600" y="44196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347" name="Text Box 2347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48" name="Text Box 2348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Text Box 2349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350" name="Text Box 2350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51" name="Text Box 2351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52" name="Text Box 2352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53" name="Text Box 2353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54" name="Text Box 2354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55" name="Text Box 2355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56" name="Text Box 2356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57" name="Text Box 2357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358" name="Text Box 2358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59" name="Text Box 2359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60" name="Text Box 2360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61" name="Text Box 2361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62" name="Text Box 2362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63" name="Text Box 2363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64" name="Text Box 2364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65" name="Text Box 2365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66" name="Text Box 2366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67" name="Text Box 2367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68" name="Text Box 2368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69" name="Text Box 2369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70" name="Text Box 2370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71" name="Text Box 2371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72" name="Text Box 2372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73" name="Text Box 2373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74" name="Text Box 2374"/>
          <p:cNvSpPr txBox="1">
            <a:spLocks/>
          </p:cNvSpPr>
          <p:nvPr/>
        </p:nvSpPr>
        <p:spPr>
          <a:xfrm>
            <a:off x="3276600" y="44196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375" name="Text Box 2375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76" name="Text Box 2376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Text Box 2377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378" name="Text Box 2378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79" name="Text Box 2379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80" name="Text Box 2380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81" name="Text Box 2381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82" name="Text Box 2382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83" name="Text Box 2383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84" name="Text Box 2384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85" name="Text Box 2385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386" name="Text Box 2386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87" name="Text Box 2387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88" name="Text Box 2388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89" name="Text Box 2389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390" name="Text Box 2390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391" name="Text Box 2391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92" name="Text Box 2392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393" name="Text Box 2393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394" name="Text Box 2394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95" name="Text Box 2395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396" name="Text Box 2396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97" name="Text Box 2397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398" name="Text Box 2398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399" name="Text Box 2399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00" name="Text Box 2400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01" name="Text Box 2401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02" name="Text Box 2402"/>
          <p:cNvSpPr txBox="1">
            <a:spLocks/>
          </p:cNvSpPr>
          <p:nvPr/>
        </p:nvSpPr>
        <p:spPr>
          <a:xfrm>
            <a:off x="3276600" y="44196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403" name="Text Box 2403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04" name="Text Box 2404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05" name="Text Box 2405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Text Box 2406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407" name="Text Box 2407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08" name="Text Box 2408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09" name="Text Box 2409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10" name="Text Box 2410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411" name="Text Box 2411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412" name="Text Box 2412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13" name="Text Box 2413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414" name="Text Box 2414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415" name="Text Box 2415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16" name="Text Box 2416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17" name="Text Box 2417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18" name="Text Box 2418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419" name="Text Box 2419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420" name="Text Box 2420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21" name="Text Box 2421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422" name="Text Box 2422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23" name="Text Box 2423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24" name="Text Box 2424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25" name="Text Box 2425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26" name="Text Box 2426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27" name="Text Box 2427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28" name="Text Box 2428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29" name="Text Box 2429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30" name="Text Box 2430"/>
          <p:cNvSpPr txBox="1">
            <a:spLocks/>
          </p:cNvSpPr>
          <p:nvPr/>
        </p:nvSpPr>
        <p:spPr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431" name="Text Box 2431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32" name="Text Box 2432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33" name="Text Box 2433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34" name="Text Box 2434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Text Box 2435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436" name="Text Box 2436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37" name="Text Box 2437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38" name="Text Box 2438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39" name="Text Box 2439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440" name="Text Box 2440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441" name="Text Box 2441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42" name="Text Box 2442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443" name="Text Box 2443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444" name="Text Box 2444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45" name="Text Box 2445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46" name="Text Box 2446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47" name="Text Box 2447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448" name="Text Box 2448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449" name="Text Box 2449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50" name="Text Box 2450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451" name="Text Box 2451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52" name="Text Box 2452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53" name="Text Box 2453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54" name="Text Box 2454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55" name="Text Box 2455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56" name="Text Box 2456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57" name="Text Box 2457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58" name="Text Box 2458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59" name="Text Box 2459"/>
          <p:cNvSpPr txBox="1">
            <a:spLocks/>
          </p:cNvSpPr>
          <p:nvPr/>
        </p:nvSpPr>
        <p:spPr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460" name="Text Box 2460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61" name="Text Box 2461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62" name="Text Box 2462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63" name="Text Box 2463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64" name="Text Box 2464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Text Box 2465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466" name="Text Box 2466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67" name="Text Box 2467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68" name="Text Box 2468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69" name="Text Box 2469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470" name="Text Box 2470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471" name="Text Box 2471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72" name="Text Box 2472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473" name="Text Box 2473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474" name="Text Box 2474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75" name="Text Box 2475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76" name="Text Box 2476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77" name="Text Box 2477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478" name="Text Box 2478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479" name="Text Box 2479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80" name="Text Box 2480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481" name="Text Box 2481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82" name="Text Box 2482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83" name="Text Box 2483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84" name="Text Box 2484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85" name="Text Box 2485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86" name="Text Box 2486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87" name="Text Box 2487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88" name="Text Box 2488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89" name="Text Box 2489"/>
          <p:cNvSpPr txBox="1">
            <a:spLocks/>
          </p:cNvSpPr>
          <p:nvPr/>
        </p:nvSpPr>
        <p:spPr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490" name="Text Box 2490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91" name="Text Box 2491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92" name="Text Box 2492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493" name="Text Box 2493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94" name="Text Box 2494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495" name="Text Box 2495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Text Box 2496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497" name="Text Box 2497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498" name="Text Box 2498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499" name="Text Box 2499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00" name="Text Box 2500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501" name="Text Box 2501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502" name="Text Box 2502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03" name="Text Box 2503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504" name="Text Box 2504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505" name="Text Box 2505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06" name="Text Box 2506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07" name="Text Box 2507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08" name="Text Box 2508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509" name="Text Box 2509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510" name="Text Box 2510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11" name="Text Box 2511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512" name="Text Box 2512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13" name="Text Box 2513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14" name="Text Box 2514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15" name="Text Box 2515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16" name="Text Box 2516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17" name="Text Box 2517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18" name="Text Box 2518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19" name="Text Box 2519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20" name="Text Box 2520"/>
          <p:cNvSpPr txBox="1">
            <a:spLocks/>
          </p:cNvSpPr>
          <p:nvPr/>
        </p:nvSpPr>
        <p:spPr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521" name="Text Box 2521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22" name="Text Box 2522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23" name="Text Box 2523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24" name="Text Box 2524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25" name="Text Box 2525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26" name="Text Box 2526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27" name="Text Box 2527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Text Box 2528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529" name="Text Box 2529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30" name="Text Box 2530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31" name="Text Box 2531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32" name="Text Box 2532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533" name="Text Box 2533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534" name="Text Box 2534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35" name="Text Box 2535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536" name="Text Box 2536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537" name="Text Box 2537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38" name="Text Box 2538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39" name="Text Box 2539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40" name="Text Box 2540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541" name="Text Box 2541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542" name="Text Box 2542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43" name="Text Box 2543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544" name="Text Box 2544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45" name="Text Box 2545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46" name="Text Box 2546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47" name="Text Box 2547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48" name="Text Box 2548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49" name="Text Box 2549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50" name="Text Box 2550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51" name="Text Box 2551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52" name="Text Box 2552"/>
          <p:cNvSpPr txBox="1">
            <a:spLocks/>
          </p:cNvSpPr>
          <p:nvPr/>
        </p:nvSpPr>
        <p:spPr>
          <a:xfrm>
            <a:off x="1676400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553" name="Text Box 2553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54" name="Text Box 2554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55" name="Text Box 2555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56" name="Text Box 2556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57" name="Text Box 2557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58" name="Text Box 2558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59" name="Text Box 2559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60" name="Text Box 2560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Text Box 2561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562" name="Text Box 2562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63" name="Text Box 2563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64" name="Text Box 2564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65" name="Text Box 2565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566" name="Text Box 2566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567" name="Text Box 2567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68" name="Text Box 2568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569" name="Text Box 2569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570" name="Text Box 2570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71" name="Text Box 2571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72" name="Text Box 2572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73" name="Text Box 2573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574" name="Text Box 2574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575" name="Text Box 2575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76" name="Text Box 2576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577" name="Text Box 2577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78" name="Text Box 2578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79" name="Text Box 2579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80" name="Text Box 2580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81" name="Text Box 2581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82" name="Text Box 2582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83" name="Text Box 2583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84" name="Text Box 2584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85" name="Text Box 2585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586" name="Text Box 2586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587" name="Text Box 2587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588" name="Text Box 2588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589" name="Text Box 2589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90" name="Text Box 2590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591" name="Text Box 2591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92" name="Text Box 2592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93" name="Text Box 2593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594" name="Text Box 2594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595" name="Text Box 2595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96" name="Text Box 2596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Text Box 2597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598" name="Text Box 2598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599" name="Text Box 2599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00" name="Text Box 2600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01" name="Text Box 2601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02" name="Text Box 2602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03" name="Text Box 2603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04" name="Text Box 2604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05" name="Text Box 2605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06" name="Text Box 2606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07" name="Text Box 2607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08" name="Text Box 2608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09" name="Text Box 2609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10" name="Text Box 2610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11" name="Text Box 2611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12" name="Text Box 2612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13" name="Text Box 2613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14" name="Text Box 2614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15" name="Text Box 2615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16" name="Text Box 2616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17" name="Text Box 2617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18" name="Text Box 2618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19" name="Text Box 2619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20" name="Text Box 2620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21" name="Text Box 2621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22" name="Text Box 2622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23" name="Text Box 2623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24" name="Text Box 2624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25" name="Text Box 2625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26" name="Text Box 2626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27" name="Text Box 2627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28" name="Text Box 2628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29" name="Text Box 2629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30" name="Text Box 2630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31" name="Text Box 2631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32" name="Text Box 2632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33" name="Text Box 2633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34" name="Text Box 2634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Text Box 2635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36" name="Text Box 2636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37" name="Text Box 2637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38" name="Text Box 2638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39" name="Text Box 2639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40" name="Text Box 2640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41" name="Text Box 2641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42" name="Text Box 2642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43" name="Text Box 2643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44" name="Text Box 2644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45" name="Text Box 2645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46" name="Text Box 2646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47" name="Text Box 2647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48" name="Text Box 2648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49" name="Text Box 2649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50" name="Text Box 2650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51" name="Text Box 2651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52" name="Text Box 2652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53" name="Text Box 2653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54" name="Text Box 2654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55" name="Text Box 2655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56" name="Text Box 2656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57" name="Text Box 2657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58" name="Text Box 2658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59" name="Text Box 2659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60" name="Text Box 2660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61" name="Text Box 2661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62" name="Text Box 2662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63" name="Text Box 2663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64" name="Text Box 2664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65" name="Text Box 2665"/>
          <p:cNvSpPr txBox="1">
            <a:spLocks/>
          </p:cNvSpPr>
          <p:nvPr/>
        </p:nvSpPr>
        <p:spPr>
          <a:xfrm>
            <a:off x="49530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666" name="Text Box 2666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67" name="Text Box 2667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68" name="Text Box 2668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69" name="Text Box 2669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70" name="Text Box 2670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71" name="Text Box 2671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72" name="Text Box 2672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73" name="Text Box 2673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Text Box 267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75" name="Text Box 267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76" name="Text Box 267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77" name="Text Box 267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78" name="Text Box 267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79" name="Text Box 267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80" name="Text Box 268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81" name="Text Box 268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82" name="Text Box 268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83" name="Text Box 268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84" name="Text Box 268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85" name="Text Box 268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86" name="Text Box 268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687" name="Text Box 268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688" name="Text Box 268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89" name="Text Box 268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690" name="Text Box 269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91" name="Text Box 269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92" name="Text Box 269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93" name="Text Box 269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94" name="Text Box 269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695" name="Text Box 269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696" name="Text Box 2696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697" name="Text Box 2697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698" name="Text Box 2698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699" name="Text Box 2699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00" name="Text Box 2700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01" name="Text Box 2701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02" name="Text Box 2702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03" name="Text Box 2703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04" name="Text Box 2704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05" name="Text Box 2705"/>
          <p:cNvSpPr txBox="1">
            <a:spLocks/>
          </p:cNvSpPr>
          <p:nvPr/>
        </p:nvSpPr>
        <p:spPr>
          <a:xfrm>
            <a:off x="49530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706" name="Text Box 2706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07" name="Text Box 2707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08" name="Text Box 2708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09" name="Text Box 2709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10" name="Text Box 2710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11" name="Text Box 2711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12" name="Text Box 2712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13" name="Text Box 2713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Text Box 271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15" name="Text Box 271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16" name="Text Box 271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17" name="Text Box 271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18" name="Text Box 271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19" name="Text Box 271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20" name="Text Box 272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21" name="Text Box 272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22" name="Text Box 272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23" name="Text Box 272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24" name="Text Box 272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25" name="Text Box 272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26" name="Text Box 272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27" name="Text Box 272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28" name="Text Box 272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29" name="Text Box 272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30" name="Text Box 273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31" name="Text Box 273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32" name="Text Box 273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33" name="Text Box 273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34" name="Text Box 273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35" name="Text Box 273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36" name="Text Box 2736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37" name="Text Box 2737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38" name="Text Box 2738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39" name="Text Box 2739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40" name="Text Box 2740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41" name="Text Box 2741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42" name="Text Box 2742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43" name="Text Box 2743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44" name="Text Box 2744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45" name="Text Box 2745"/>
          <p:cNvSpPr txBox="1">
            <a:spLocks/>
          </p:cNvSpPr>
          <p:nvPr/>
        </p:nvSpPr>
        <p:spPr>
          <a:xfrm>
            <a:off x="49530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746" name="Text Box 2746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47" name="Text Box 2747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48" name="Text Box 2748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49" name="Text Box 2749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50" name="Text Box 2750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51" name="Text Box 2751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52" name="Text Box 2752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53" name="Text Box 2753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54" name="Text Box 2754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Text Box 2755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56" name="Text Box 2756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57" name="Text Box 2757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58" name="Text Box 2758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59" name="Text Box 2759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60" name="Text Box 2760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61" name="Text Box 2761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62" name="Text Box 2762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63" name="Text Box 2763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64" name="Text Box 2764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65" name="Text Box 2765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66" name="Text Box 2766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67" name="Text Box 2767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68" name="Text Box 2768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69" name="Text Box 2769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70" name="Text Box 2770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71" name="Text Box 2771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72" name="Text Box 2772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73" name="Text Box 2773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74" name="Text Box 2774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75" name="Text Box 2775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76" name="Text Box 2776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77" name="Text Box 2777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78" name="Text Box 2778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79" name="Text Box 2779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80" name="Text Box 2780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81" name="Text Box 2781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82" name="Text Box 2782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83" name="Text Box 2783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84" name="Text Box 2784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85" name="Text Box 2785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786" name="Text Box 2786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787" name="Text Box 2787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88" name="Text Box 2788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789" name="Text Box 2789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90" name="Text Box 2790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91" name="Text Box 2791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92" name="Text Box 2792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793" name="Text Box 2793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794" name="Text Box 2794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795" name="Text Box 2795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96" name="Text Box 2796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Text Box 2797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798" name="Text Box 2798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799" name="Text Box 2799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00" name="Text Box 2800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01" name="Text Box 2801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02" name="Text Box 2802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03" name="Text Box 2803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04" name="Text Box 2804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05" name="Text Box 2805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06" name="Text Box 2806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07" name="Text Box 2807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08" name="Text Box 2808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09" name="Text Box 2809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10" name="Text Box 2810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11" name="Text Box 2811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12" name="Text Box 2812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13" name="Text Box 2813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14" name="Text Box 2814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15" name="Text Box 2815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16" name="Text Box 2816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17" name="Text Box 2817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18" name="Text Box 2818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19" name="Text Box 2819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20" name="Text Box 2820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21" name="Text Box 2821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22" name="Text Box 2822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23" name="Text Box 2823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24" name="Text Box 2824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25" name="Text Box 2825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26" name="Text Box 2826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27" name="Text Box 2827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28" name="Text Box 2828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29" name="Text Box 2829"/>
          <p:cNvSpPr txBox="1">
            <a:spLocks/>
          </p:cNvSpPr>
          <p:nvPr/>
        </p:nvSpPr>
        <p:spPr>
          <a:xfrm>
            <a:off x="66294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830" name="Text Box 2830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31" name="Text Box 2831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32" name="Text Box 2832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33" name="Text Box 2833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34" name="Text Box 2834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35" name="Text Box 2835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36" name="Text Box 2836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37" name="Text Box 2837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38" name="Text Box 2838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39" name="Text Box 2839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Text Box 2840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41" name="Text Box 2841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42" name="Text Box 2842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43" name="Text Box 2843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44" name="Text Box 2844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45" name="Text Box 2845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46" name="Text Box 2846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47" name="Text Box 2847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48" name="Text Box 2848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49" name="Text Box 2849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50" name="Text Box 2850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51" name="Text Box 2851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52" name="Text Box 2852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53" name="Text Box 2853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54" name="Text Box 2854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55" name="Text Box 2855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56" name="Text Box 2856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57" name="Text Box 2857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58" name="Text Box 2858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59" name="Text Box 2859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60" name="Text Box 2860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61" name="Text Box 2861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62" name="Text Box 2862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63" name="Text Box 2863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64" name="Text Box 2864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65" name="Text Box 2865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66" name="Text Box 2866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67" name="Text Box 2867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68" name="Text Box 2868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69" name="Text Box 2869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70" name="Text Box 2870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71" name="Text Box 2871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72" name="Text Box 2872"/>
          <p:cNvSpPr txBox="1">
            <a:spLocks/>
          </p:cNvSpPr>
          <p:nvPr/>
        </p:nvSpPr>
        <p:spPr>
          <a:xfrm>
            <a:off x="66294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873" name="Text Box 2873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74" name="Text Box 2874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75" name="Text Box 2875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76" name="Text Box 2876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77" name="Text Box 2877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78" name="Text Box 2878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79" name="Text Box 2879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80" name="Text Box 2880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81" name="Text Box 2881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82" name="Text Box 2882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83" name="Text Box 2883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Text Box 288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85" name="Text Box 288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86" name="Text Box 288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87" name="Text Box 288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88" name="Text Box 288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89" name="Text Box 288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90" name="Text Box 289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91" name="Text Box 289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892" name="Text Box 289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893" name="Text Box 289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894" name="Text Box 289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895" name="Text Box 289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896" name="Text Box 289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897" name="Text Box 289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898" name="Text Box 289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899" name="Text Box 289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00" name="Text Box 290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01" name="Text Box 290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02" name="Text Box 290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03" name="Text Box 290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04" name="Text Box 290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05" name="Text Box 290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06" name="Text Box 2906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07" name="Text Box 2907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08" name="Text Box 2908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09" name="Text Box 2909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10" name="Text Box 2910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11" name="Text Box 2911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12" name="Text Box 2912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13" name="Text Box 2913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14" name="Text Box 2914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15" name="Text Box 2915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16" name="Text Box 2916"/>
          <p:cNvSpPr txBox="1">
            <a:spLocks/>
          </p:cNvSpPr>
          <p:nvPr/>
        </p:nvSpPr>
        <p:spPr>
          <a:xfrm>
            <a:off x="6629400" y="4343400"/>
            <a:ext cx="112077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wrap="none" numCol="1" anchor="t">
            <a:spAutoFit/>
          </a:bodyPr>
          <a:lstStyle/>
          <a:p>
            <a:pPr marL="0" indent="0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917" name="Text Box 2917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18" name="Text Box 2918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19" name="Text Box 2919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20" name="Text Box 2920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21" name="Text Box 2921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22" name="Text Box 2922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23" name="Text Box 2923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24" name="Text Box 2924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25" name="Text Box 2925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26" name="Text Box 2926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27" name="Text Box 2927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28" name="Text Box 2928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Text Box 2929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30" name="Text Box 2930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31" name="Text Box 2931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32" name="Text Box 2932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33" name="Text Box 2933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34" name="Text Box 2934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35" name="Text Box 2935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36" name="Text Box 2936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37" name="Text Box 2937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38" name="Text Box 2938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39" name="Text Box 2939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40" name="Text Box 2940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41" name="Text Box 2941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42" name="Text Box 2942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43" name="Text Box 2943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44" name="Text Box 2944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45" name="Text Box 2945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46" name="Text Box 2946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47" name="Text Box 2947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48" name="Text Box 2948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49" name="Text Box 2949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50" name="Text Box 2950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51" name="Text Box 2951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52" name="Text Box 2952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53" name="Text Box 2953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54" name="Text Box 2954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55" name="Text Box 2955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56" name="Text Box 2956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57" name="Text Box 2957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58" name="Text Box 2958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59" name="Text Box 2959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60" name="Text Box 2960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61" name="Text Box 2961"/>
          <p:cNvSpPr txBox="1">
            <a:spLocks/>
          </p:cNvSpPr>
          <p:nvPr/>
        </p:nvSpPr>
        <p:spPr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2962" name="Text Box 2962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63" name="Text Box 2963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64" name="Text Box 2964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65" name="Text Box 2965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66" name="Text Box 2966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67" name="Text Box 2967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68" name="Text Box 2968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69" name="Text Box 2969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70" name="Text Box 2970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71" name="Text Box 2971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72" name="Text Box 2972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73" name="Text Box 2973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Text Box 297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75" name="Text Box 297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76" name="Text Box 297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77" name="Text Box 297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78" name="Text Box 297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79" name="Text Box 297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80" name="Text Box 298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81" name="Text Box 298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82" name="Text Box 298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83" name="Text Box 298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84" name="Text Box 298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85" name="Text Box 298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86" name="Text Box 298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2987" name="Text Box 298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2988" name="Text Box 298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89" name="Text Box 298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2990" name="Text Box 299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91" name="Text Box 299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92" name="Text Box 299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93" name="Text Box 299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94" name="Text Box 299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2995" name="Text Box 299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2996" name="Text Box 2996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2997" name="Text Box 2997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2998" name="Text Box 2998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2999" name="Text Box 2999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00" name="Text Box 3000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01" name="Text Box 3001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02" name="Text Box 3002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03" name="Text Box 3003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04" name="Text Box 3004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05" name="Text Box 3005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06" name="Text Box 3006"/>
          <p:cNvSpPr txBox="1">
            <a:spLocks/>
          </p:cNvSpPr>
          <p:nvPr/>
        </p:nvSpPr>
        <p:spPr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007" name="Text Box 3007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08" name="Text Box 3008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09" name="Text Box 3009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10" name="Text Box 3010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11" name="Text Box 3011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12" name="Text Box 3012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13" name="Text Box 3013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14" name="Text Box 3014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15" name="Text Box 3015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16" name="Text Box 3016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17" name="Text Box 3017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18" name="Text Box 3018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19" name="Text Box 3019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Text Box 3020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21" name="Text Box 3021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22" name="Text Box 3022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23" name="Text Box 3023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24" name="Text Box 3024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25" name="Text Box 3025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26" name="Text Box 3026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27" name="Text Box 3027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28" name="Text Box 3028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29" name="Text Box 3029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30" name="Text Box 3030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31" name="Text Box 3031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32" name="Text Box 3032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33" name="Text Box 3033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34" name="Text Box 3034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35" name="Text Box 3035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36" name="Text Box 3036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37" name="Text Box 3037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38" name="Text Box 3038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39" name="Text Box 3039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40" name="Text Box 3040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41" name="Text Box 3041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42" name="Text Box 3042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43" name="Text Box 3043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44" name="Text Box 3044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45" name="Text Box 3045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46" name="Text Box 3046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47" name="Text Box 3047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48" name="Text Box 3048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49" name="Text Box 3049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50" name="Text Box 3050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51" name="Text Box 3051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52" name="Text Box 3052"/>
          <p:cNvSpPr txBox="1">
            <a:spLocks/>
          </p:cNvSpPr>
          <p:nvPr/>
        </p:nvSpPr>
        <p:spPr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053" name="Text Box 3053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54" name="Text Box 3054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55" name="Text Box 3055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56" name="Text Box 3056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57" name="Text Box 3057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58" name="Text Box 3058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59" name="Text Box 3059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60" name="Text Box 3060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61" name="Text Box 3061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62" name="Text Box 3062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63" name="Text Box 3063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64" name="Text Box 3064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65" name="Text Box 3065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66" name="Text Box 3066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Text Box 3067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68" name="Text Box 3068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69" name="Text Box 3069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70" name="Text Box 3070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71" name="Text Box 3071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72" name="Text Box 3072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73" name="Text Box 3073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74" name="Text Box 3074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75" name="Text Box 3075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76" name="Text Box 3076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77" name="Text Box 3077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78" name="Text Box 3078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79" name="Text Box 3079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80" name="Text Box 3080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81" name="Text Box 3081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82" name="Text Box 3082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83" name="Text Box 3083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84" name="Text Box 3084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85" name="Text Box 3085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86" name="Text Box 3086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87" name="Text Box 3087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088" name="Text Box 3088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089" name="Text Box 3089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090" name="Text Box 3090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091" name="Text Box 3091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92" name="Text Box 3092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93" name="Text Box 3093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94" name="Text Box 3094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95" name="Text Box 3095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096" name="Text Box 3096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097" name="Text Box 3097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098" name="Text Box 3098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099" name="Text Box 3099"/>
          <p:cNvSpPr txBox="1">
            <a:spLocks/>
          </p:cNvSpPr>
          <p:nvPr/>
        </p:nvSpPr>
        <p:spPr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100" name="Text Box 3100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01" name="Text Box 3101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02" name="Text Box 3102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03" name="Text Box 3103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04" name="Text Box 3104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05" name="Text Box 3105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06" name="Text Box 3106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07" name="Text Box 3107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08" name="Text Box 3108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09" name="Text Box 3109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10" name="Text Box 3110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11" name="Text Box 3111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12" name="Text Box 3112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13" name="Text Box 3113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14" name="Text Box 3114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Text Box 3115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16" name="Text Box 3116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17" name="Text Box 3117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18" name="Text Box 3118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19" name="Text Box 3119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20" name="Text Box 3120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21" name="Text Box 3121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22" name="Text Box 3122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23" name="Text Box 3123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24" name="Text Box 3124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25" name="Text Box 3125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26" name="Text Box 3126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27" name="Text Box 3127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28" name="Text Box 3128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29" name="Text Box 3129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30" name="Text Box 3130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31" name="Text Box 3131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32" name="Text Box 3132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33" name="Text Box 3133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34" name="Text Box 3134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35" name="Text Box 3135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36" name="Text Box 3136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37" name="Text Box 3137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38" name="Text Box 3138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39" name="Text Box 3139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40" name="Text Box 3140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41" name="Text Box 3141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42" name="Text Box 3142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43" name="Text Box 3143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44" name="Text Box 3144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45" name="Text Box 3145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46" name="Text Box 3146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47" name="Text Box 3147"/>
          <p:cNvSpPr txBox="1">
            <a:spLocks/>
          </p:cNvSpPr>
          <p:nvPr/>
        </p:nvSpPr>
        <p:spPr>
          <a:xfrm>
            <a:off x="5083175" y="5029200"/>
            <a:ext cx="2667000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148" name="Text Box 3148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49" name="Text Box 3149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50" name="Text Box 3150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51" name="Text Box 3151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52" name="Text Box 3152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53" name="Text Box 3153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54" name="Text Box 3154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55" name="Text Box 3155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56" name="Text Box 3156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57" name="Text Box 3157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58" name="Text Box 3158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59" name="Text Box 3159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60" name="Text Box 3160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61" name="Text Box 3161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62" name="Text Box 3162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63" name="Text Box 3163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Text Box 316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65" name="Text Box 316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66" name="Text Box 316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67" name="Text Box 316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68" name="Text Box 316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69" name="Text Box 316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70" name="Text Box 317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71" name="Text Box 317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72" name="Text Box 317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73" name="Text Box 317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74" name="Text Box 317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75" name="Text Box 317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76" name="Text Box 317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77" name="Text Box 317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78" name="Text Box 317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79" name="Text Box 317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80" name="Text Box 318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81" name="Text Box 318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82" name="Text Box 318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83" name="Text Box 318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84" name="Text Box 318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85" name="Text Box 318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86" name="Text Box 3186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187" name="Text Box 3187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188" name="Text Box 3188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89" name="Text Box 3189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90" name="Text Box 3190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91" name="Text Box 3191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92" name="Text Box 3192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193" name="Text Box 3193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194" name="Text Box 3194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195" name="Text Box 3195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196" name="Text Box 3196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197" name="Text Box 3197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198" name="Text Box 3198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199" name="Text Box 3199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00" name="Text Box 3200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01" name="Text Box 3201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02" name="Text Box 3202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03" name="Text Box 3203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04" name="Text Box 3204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05" name="Text Box 3205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06" name="Text Box 3206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07" name="Text Box 3207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08" name="Text Box 3208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09" name="Text Box 3209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10" name="Text Box 3210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11" name="Text Box 3211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12" name="Text Box 3212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Text Box 3213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14" name="Text Box 3214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15" name="Text Box 3215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16" name="Text Box 3216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17" name="Text Box 3217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18" name="Text Box 3218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19" name="Text Box 3219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20" name="Text Box 3220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21" name="Text Box 3221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22" name="Text Box 3222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23" name="Text Box 3223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24" name="Text Box 3224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25" name="Text Box 3225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26" name="Text Box 3226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27" name="Text Box 3227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28" name="Text Box 3228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29" name="Text Box 3229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30" name="Text Box 3230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31" name="Text Box 3231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32" name="Text Box 3232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33" name="Text Box 3233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34" name="Text Box 3234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35" name="Text Box 3235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36" name="Text Box 3236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37" name="Text Box 3237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38" name="Text Box 3238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39" name="Text Box 3239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40" name="Text Box 3240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41" name="Text Box 3241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42" name="Text Box 3242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43" name="Text Box 3243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44" name="Text Box 3244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45" name="Text Box 3245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246" name="Text Box 3246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47" name="Text Box 3247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48" name="Text Box 3248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49" name="Text Box 3249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50" name="Text Box 3250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51" name="Text Box 3251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52" name="Text Box 3252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53" name="Text Box 3253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54" name="Text Box 3254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55" name="Text Box 3255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56" name="Text Box 3256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57" name="Text Box 3257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58" name="Text Box 3258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59" name="Text Box 3259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60" name="Text Box 3260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61" name="Text Box 3261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62" name="Text Box 3262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Text Box 3263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64" name="Text Box 3264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65" name="Text Box 3265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66" name="Text Box 3266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67" name="Text Box 3267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68" name="Text Box 3268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69" name="Text Box 3269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70" name="Text Box 3270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71" name="Text Box 3271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72" name="Text Box 3272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73" name="Text Box 3273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74" name="Text Box 3274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75" name="Text Box 3275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76" name="Text Box 3276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77" name="Text Box 3277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78" name="Text Box 3278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79" name="Text Box 3279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80" name="Text Box 3280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81" name="Text Box 3281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82" name="Text Box 3282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83" name="Text Box 3283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84" name="Text Box 3284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85" name="Text Box 3285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86" name="Text Box 3286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287" name="Text Box 3287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88" name="Text Box 3288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89" name="Text Box 3289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90" name="Text Box 3290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91" name="Text Box 3291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292" name="Text Box 3292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293" name="Text Box 3293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294" name="Text Box 3294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295" name="Text Box 3295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296" name="Text Box 3296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297" name="Text Box 3297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298" name="Text Box 3298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299" name="Text Box 3299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00" name="Text Box 3300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01" name="Text Box 3301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02" name="Text Box 3302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03" name="Text Box 3303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04" name="Text Box 3304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05" name="Text Box 3305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06" name="Text Box 3306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07" name="Text Box 3307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08" name="Text Box 3308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09" name="Text Box 3309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10" name="Text Box 3310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11" name="Text Box 3311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12" name="Text Box 3312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13" name="Text Box 3313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Text Box 331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15" name="Text Box 331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16" name="Text Box 331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17" name="Text Box 331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18" name="Text Box 331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19" name="Text Box 331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20" name="Text Box 332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21" name="Text Box 332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22" name="Text Box 332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23" name="Text Box 332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24" name="Text Box 332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25" name="Text Box 332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26" name="Text Box 332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27" name="Text Box 332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28" name="Text Box 332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29" name="Text Box 332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30" name="Text Box 333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31" name="Text Box 333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32" name="Text Box 333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33" name="Text Box 333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34" name="Text Box 333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35" name="Text Box 333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36" name="Text Box 3336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37" name="Text Box 3337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38" name="Text Box 3338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39" name="Text Box 3339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40" name="Text Box 3340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41" name="Text Box 3341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42" name="Text Box 3342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43" name="Text Box 3343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44" name="Text Box 3344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45" name="Text Box 3345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46" name="Text Box 3346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347" name="Text Box 3347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48" name="Text Box 3348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49" name="Text Box 3349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50" name="Text Box 3350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51" name="Text Box 3351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52" name="Text Box 3352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53" name="Text Box 3353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54" name="Text Box 3354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55" name="Text Box 3355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56" name="Text Box 3356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57" name="Text Box 3357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58" name="Text Box 3358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59" name="Text Box 3359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60" name="Text Box 3360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61" name="Text Box 3361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62" name="Text Box 3362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63" name="Text Box 3363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64" name="Text Box 3364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65" name="Text Box 3365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6" name="Text Box 3366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67" name="Text Box 3367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68" name="Text Box 3368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69" name="Text Box 3369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70" name="Text Box 3370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71" name="Text Box 3371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72" name="Text Box 3372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73" name="Text Box 3373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74" name="Text Box 3374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75" name="Text Box 3375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76" name="Text Box 3376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77" name="Text Box 3377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78" name="Text Box 3378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79" name="Text Box 3379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80" name="Text Box 3380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81" name="Text Box 3381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82" name="Text Box 3382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83" name="Text Box 3383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84" name="Text Box 3384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85" name="Text Box 3385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86" name="Text Box 3386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387" name="Text Box 3387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388" name="Text Box 3388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389" name="Text Box 3389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390" name="Text Box 3390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91" name="Text Box 3391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92" name="Text Box 3392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93" name="Text Box 3393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94" name="Text Box 3394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395" name="Text Box 3395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396" name="Text Box 3396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397" name="Text Box 3397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398" name="Text Box 3398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399" name="Text Box 3399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00" name="Text Box 3400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01" name="Text Box 3401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02" name="Text Box 3402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03" name="Text Box 3403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04" name="Text Box 3404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05" name="Text Box 3405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06" name="Text Box 3406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07" name="Text Box 3407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08" name="Text Box 3408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09" name="Text Box 3409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10" name="Text Box 3410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11" name="Text Box 3411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12" name="Text Box 3412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13" name="Text Box 3413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14" name="Text Box 3414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15" name="Text Box 3415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16" name="Text Box 3416"/>
          <p:cNvSpPr txBox="1">
            <a:spLocks/>
          </p:cNvSpPr>
          <p:nvPr/>
        </p:nvSpPr>
        <p:spPr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17" name="Text Box 3417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18" name="Text Box 3418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Text Box 3419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20" name="Text Box 3420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21" name="Text Box 3421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22" name="Text Box 3422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23" name="Text Box 3423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24" name="Text Box 3424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25" name="Text Box 3425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26" name="Text Box 3426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27" name="Text Box 3427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28" name="Text Box 3428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29" name="Text Box 3429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30" name="Text Box 3430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31" name="Text Box 3431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32" name="Text Box 3432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33" name="Text Box 3433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34" name="Text Box 3434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35" name="Text Box 3435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36" name="Text Box 3436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37" name="Text Box 3437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38" name="Text Box 3438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39" name="Text Box 3439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40" name="Text Box 3440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41" name="Text Box 3441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42" name="Text Box 3442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43" name="Text Box 3443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44" name="Text Box 3444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45" name="Text Box 3445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46" name="Text Box 3446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47" name="Text Box 3447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48" name="Text Box 3448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49" name="Text Box 3449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50" name="Text Box 3450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51" name="Text Box 3451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452" name="Text Box 3452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53" name="Text Box 3453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54" name="Text Box 3454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55" name="Text Box 3455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56" name="Text Box 3456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57" name="Text Box 3457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58" name="Text Box 3458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59" name="Text Box 3459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60" name="Text Box 3460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61" name="Text Box 3461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62" name="Text Box 3462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63" name="Text Box 3463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64" name="Text Box 3464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65" name="Text Box 3465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66" name="Text Box 3466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67" name="Text Box 3467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68" name="Text Box 3468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69" name="Text Box 3469"/>
          <p:cNvSpPr txBox="1">
            <a:spLocks/>
          </p:cNvSpPr>
          <p:nvPr/>
        </p:nvSpPr>
        <p:spPr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70" name="Text Box 3470"/>
          <p:cNvSpPr txBox="1">
            <a:spLocks/>
          </p:cNvSpPr>
          <p:nvPr/>
        </p:nvSpPr>
        <p:spPr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71" name="Text Box 3471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72" name="Text Box 3472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Text Box 3473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74" name="Text Box 3474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75" name="Text Box 3475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76" name="Text Box 3476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77" name="Text Box 3477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78" name="Text Box 3478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79" name="Text Box 3479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80" name="Text Box 3480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81" name="Text Box 3481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82" name="Text Box 3482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83" name="Text Box 3483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84" name="Text Box 3484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85" name="Text Box 3485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86" name="Text Box 3486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487" name="Text Box 3487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88" name="Text Box 3488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489" name="Text Box 3489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90" name="Text Box 3490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91" name="Text Box 3491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92" name="Text Box 3492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93" name="Text Box 3493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494" name="Text Box 3494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495" name="Text Box 3495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496" name="Text Box 3496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497" name="Text Box 3497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498" name="Text Box 3498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499" name="Text Box 3499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00" name="Text Box 3500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01" name="Text Box 3501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02" name="Text Box 3502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03" name="Text Box 3503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04" name="Text Box 3504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05" name="Text Box 3505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506" name="Text Box 3506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07" name="Text Box 3507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08" name="Text Box 3508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09" name="Text Box 3509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10" name="Text Box 3510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11" name="Text Box 3511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12" name="Text Box 3512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13" name="Text Box 3513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14" name="Text Box 3514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15" name="Text Box 3515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16" name="Text Box 3516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17" name="Text Box 3517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18" name="Text Box 3518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19" name="Text Box 3519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20" name="Text Box 3520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21" name="Text Box 3521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22" name="Text Box 3522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23" name="Text Box 3523"/>
          <p:cNvSpPr txBox="1">
            <a:spLocks/>
          </p:cNvSpPr>
          <p:nvPr/>
        </p:nvSpPr>
        <p:spPr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24" name="Text Box 3524"/>
          <p:cNvSpPr txBox="1">
            <a:spLocks/>
          </p:cNvSpPr>
          <p:nvPr/>
        </p:nvSpPr>
        <p:spPr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25" name="Text Box 3525"/>
          <p:cNvSpPr txBox="1">
            <a:spLocks/>
          </p:cNvSpPr>
          <p:nvPr/>
        </p:nvSpPr>
        <p:spPr>
          <a:xfrm>
            <a:off x="517366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26" name="Text Box 3526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27" name="Text Box 3527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8" name="Text Box 3528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29" name="Text Box 3529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30" name="Text Box 3530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31" name="Text Box 3531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32" name="Text Box 3532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33" name="Text Box 3533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34" name="Text Box 3534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35" name="Text Box 3535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36" name="Text Box 3536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37" name="Text Box 3537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38" name="Text Box 3538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39" name="Text Box 3539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40" name="Text Box 3540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41" name="Text Box 3541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42" name="Text Box 3542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43" name="Text Box 3543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44" name="Text Box 3544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45" name="Text Box 3545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46" name="Text Box 3546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47" name="Text Box 3547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48" name="Text Box 3548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49" name="Text Box 3549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50" name="Text Box 3550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51" name="Text Box 3551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52" name="Text Box 3552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53" name="Text Box 3553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54" name="Text Box 3554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55" name="Text Box 3555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56" name="Text Box 3556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57" name="Text Box 3557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58" name="Text Box 3558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59" name="Text Box 3559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60" name="Text Box 3560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561" name="Text Box 3561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62" name="Text Box 3562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63" name="Text Box 3563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64" name="Text Box 3564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65" name="Text Box 3565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66" name="Text Box 3566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67" name="Text Box 3567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68" name="Text Box 3568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69" name="Text Box 3569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70" name="Text Box 3570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71" name="Text Box 3571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72" name="Text Box 3572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73" name="Text Box 3573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74" name="Text Box 3574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75" name="Text Box 3575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76" name="Text Box 3576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77" name="Text Box 3577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78" name="Text Box 3578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79" name="Text Box 3579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80" name="Text Box 3580"/>
          <p:cNvSpPr txBox="1">
            <a:spLocks/>
          </p:cNvSpPr>
          <p:nvPr/>
        </p:nvSpPr>
        <p:spPr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81" name="Text Box 3581"/>
          <p:cNvSpPr txBox="1">
            <a:spLocks/>
          </p:cNvSpPr>
          <p:nvPr/>
        </p:nvSpPr>
        <p:spPr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82" name="Text Box 3582"/>
          <p:cNvSpPr txBox="1">
            <a:spLocks/>
          </p:cNvSpPr>
          <p:nvPr/>
        </p:nvSpPr>
        <p:spPr>
          <a:xfrm>
            <a:off x="517366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83" name="Text Box 3583"/>
          <p:cNvSpPr txBox="1">
            <a:spLocks/>
          </p:cNvSpPr>
          <p:nvPr/>
        </p:nvSpPr>
        <p:spPr>
          <a:xfrm>
            <a:off x="5761037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" name="Text Box 3584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85" name="Text Box 3585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86" name="Text Box 3586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87" name="Text Box 3587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88" name="Text Box 3588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89" name="Text Box 3589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90" name="Text Box 3590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91" name="Text Box 3591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592" name="Text Box 3592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593" name="Text Box 3593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594" name="Text Box 3594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595" name="Text Box 3595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596" name="Text Box 3596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597" name="Text Box 3597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598" name="Text Box 3598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599" name="Text Box 3599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00" name="Text Box 3600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01" name="Text Box 3601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02" name="Text Box 3602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03" name="Text Box 3603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04" name="Text Box 3604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05" name="Text Box 3605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06" name="Text Box 3606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07" name="Text Box 3607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08" name="Text Box 3608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09" name="Text Box 3609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10" name="Text Box 3610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11" name="Text Box 3611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12" name="Text Box 3612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13" name="Text Box 3613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14" name="Text Box 3614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15" name="Text Box 3615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16" name="Text Box 3616"/>
          <p:cNvSpPr txBox="1">
            <a:spLocks/>
          </p:cNvSpPr>
          <p:nvPr/>
        </p:nvSpPr>
        <p:spPr>
          <a:xfrm>
            <a:off x="1692275" y="5905500"/>
            <a:ext cx="5889625" cy="495300"/>
          </a:xfrm>
          <a:prstGeom prst="rect">
            <a:avLst/>
          </a:prstGeom>
          <a:noFill/>
          <a:ln w="38100">
            <a:solidFill>
              <a:srgbClr val="FF0033"/>
            </a:solidFill>
            <a:prstDash val="dash"/>
            <a:round/>
            <a:headEnd/>
            <a:tailEnd/>
          </a:ln>
          <a:effectLst/>
        </p:spPr>
        <p:txBody>
          <a:bodyPr numCol="1">
            <a:spAutoFit/>
          </a:bodyPr>
          <a:lstStyle/>
          <a:p>
            <a:pPr marL="0" indent="0" algn="ctr"/>
            <a:r>
              <a:rPr lang="en-US" b="1" dirty="0">
                <a:solidFill>
                  <a:srgbClr val="FF0033"/>
                </a:solidFill>
              </a:rPr>
              <a:t>Merge</a:t>
            </a:r>
          </a:p>
        </p:txBody>
      </p:sp>
      <p:sp>
        <p:nvSpPr>
          <p:cNvPr id="3617" name="Text Box 3617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18" name="Text Box 3618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19" name="Text Box 3619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20" name="Text Box 3620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21" name="Text Box 3621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22" name="Text Box 3622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23" name="Text Box 3623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24" name="Text Box 3624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25" name="Text Box 3625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26" name="Text Box 3626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27" name="Text Box 3627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28" name="Text Box 3628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29" name="Text Box 3629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30" name="Text Box 3630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31" name="Text Box 3631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32" name="Text Box 3632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33" name="Text Box 3633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34" name="Text Box 3634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35" name="Text Box 3635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36" name="Text Box 3636"/>
          <p:cNvSpPr txBox="1">
            <a:spLocks/>
          </p:cNvSpPr>
          <p:nvPr/>
        </p:nvSpPr>
        <p:spPr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37" name="Text Box 3637"/>
          <p:cNvSpPr txBox="1">
            <a:spLocks/>
          </p:cNvSpPr>
          <p:nvPr/>
        </p:nvSpPr>
        <p:spPr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38" name="Text Box 3638"/>
          <p:cNvSpPr txBox="1">
            <a:spLocks/>
          </p:cNvSpPr>
          <p:nvPr/>
        </p:nvSpPr>
        <p:spPr>
          <a:xfrm>
            <a:off x="517366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39" name="Text Box 3639"/>
          <p:cNvSpPr txBox="1">
            <a:spLocks/>
          </p:cNvSpPr>
          <p:nvPr/>
        </p:nvSpPr>
        <p:spPr>
          <a:xfrm>
            <a:off x="5761037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40" name="Text Box 3640"/>
          <p:cNvSpPr txBox="1">
            <a:spLocks/>
          </p:cNvSpPr>
          <p:nvPr/>
        </p:nvSpPr>
        <p:spPr>
          <a:xfrm>
            <a:off x="634841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1" name="Text Box 3641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42" name="Text Box 3642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43" name="Text Box 3643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44" name="Text Box 3644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45" name="Text Box 3645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46" name="Text Box 3646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47" name="Text Box 3647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48" name="Text Box 3648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49" name="Text Box 3649"/>
          <p:cNvSpPr txBox="1">
            <a:spLocks/>
          </p:cNvSpPr>
          <p:nvPr/>
        </p:nvSpPr>
        <p:spPr>
          <a:xfrm>
            <a:off x="54768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50" name="Text Box 3650"/>
          <p:cNvSpPr txBox="1">
            <a:spLocks/>
          </p:cNvSpPr>
          <p:nvPr/>
        </p:nvSpPr>
        <p:spPr>
          <a:xfrm>
            <a:off x="30797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51" name="Text Box 3651"/>
          <p:cNvSpPr txBox="1">
            <a:spLocks/>
          </p:cNvSpPr>
          <p:nvPr/>
        </p:nvSpPr>
        <p:spPr>
          <a:xfrm>
            <a:off x="249237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52" name="Text Box 3652"/>
          <p:cNvSpPr txBox="1">
            <a:spLocks/>
          </p:cNvSpPr>
          <p:nvPr/>
        </p:nvSpPr>
        <p:spPr>
          <a:xfrm>
            <a:off x="36671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53" name="Text Box 3653"/>
          <p:cNvSpPr txBox="1">
            <a:spLocks/>
          </p:cNvSpPr>
          <p:nvPr/>
        </p:nvSpPr>
        <p:spPr>
          <a:xfrm>
            <a:off x="48895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54" name="Text Box 3654"/>
          <p:cNvSpPr txBox="1">
            <a:spLocks/>
          </p:cNvSpPr>
          <p:nvPr/>
        </p:nvSpPr>
        <p:spPr>
          <a:xfrm>
            <a:off x="606425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55" name="Text Box 3655"/>
          <p:cNvSpPr txBox="1">
            <a:spLocks/>
          </p:cNvSpPr>
          <p:nvPr/>
        </p:nvSpPr>
        <p:spPr>
          <a:xfrm>
            <a:off x="1905000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56" name="Text Box 3656"/>
          <p:cNvSpPr txBox="1">
            <a:spLocks/>
          </p:cNvSpPr>
          <p:nvPr/>
        </p:nvSpPr>
        <p:spPr>
          <a:xfrm>
            <a:off x="6651625" y="1371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57" name="Text Box 3657"/>
          <p:cNvSpPr txBox="1">
            <a:spLocks/>
          </p:cNvSpPr>
          <p:nvPr/>
        </p:nvSpPr>
        <p:spPr>
          <a:xfrm>
            <a:off x="32448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58" name="Text Box 3658"/>
          <p:cNvSpPr txBox="1">
            <a:spLocks/>
          </p:cNvSpPr>
          <p:nvPr/>
        </p:nvSpPr>
        <p:spPr>
          <a:xfrm>
            <a:off x="22320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59" name="Text Box 3659"/>
          <p:cNvSpPr txBox="1">
            <a:spLocks/>
          </p:cNvSpPr>
          <p:nvPr/>
        </p:nvSpPr>
        <p:spPr>
          <a:xfrm>
            <a:off x="38322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60" name="Text Box 3660"/>
          <p:cNvSpPr txBox="1">
            <a:spLocks/>
          </p:cNvSpPr>
          <p:nvPr/>
        </p:nvSpPr>
        <p:spPr>
          <a:xfrm>
            <a:off x="16446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61" name="Text Box 3661"/>
          <p:cNvSpPr txBox="1">
            <a:spLocks/>
          </p:cNvSpPr>
          <p:nvPr/>
        </p:nvSpPr>
        <p:spPr>
          <a:xfrm>
            <a:off x="23082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62" name="Text Box 3662"/>
          <p:cNvSpPr txBox="1">
            <a:spLocks/>
          </p:cNvSpPr>
          <p:nvPr/>
        </p:nvSpPr>
        <p:spPr>
          <a:xfrm>
            <a:off x="1524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63" name="Text Box 3663"/>
          <p:cNvSpPr txBox="1">
            <a:spLocks/>
          </p:cNvSpPr>
          <p:nvPr/>
        </p:nvSpPr>
        <p:spPr>
          <a:xfrm>
            <a:off x="3124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64" name="Text Box 3664"/>
          <p:cNvSpPr txBox="1">
            <a:spLocks/>
          </p:cNvSpPr>
          <p:nvPr/>
        </p:nvSpPr>
        <p:spPr>
          <a:xfrm>
            <a:off x="39846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65" name="Text Box 3665"/>
          <p:cNvSpPr txBox="1">
            <a:spLocks/>
          </p:cNvSpPr>
          <p:nvPr/>
        </p:nvSpPr>
        <p:spPr>
          <a:xfrm>
            <a:off x="54324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66" name="Text Box 3666"/>
          <p:cNvSpPr txBox="1">
            <a:spLocks/>
          </p:cNvSpPr>
          <p:nvPr/>
        </p:nvSpPr>
        <p:spPr>
          <a:xfrm>
            <a:off x="48450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67" name="Text Box 3667"/>
          <p:cNvSpPr txBox="1">
            <a:spLocks/>
          </p:cNvSpPr>
          <p:nvPr/>
        </p:nvSpPr>
        <p:spPr>
          <a:xfrm>
            <a:off x="6445250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68" name="Text Box 3668"/>
          <p:cNvSpPr txBox="1">
            <a:spLocks/>
          </p:cNvSpPr>
          <p:nvPr/>
        </p:nvSpPr>
        <p:spPr>
          <a:xfrm>
            <a:off x="7032625" y="2133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69" name="Text Box 3669"/>
          <p:cNvSpPr txBox="1">
            <a:spLocks/>
          </p:cNvSpPr>
          <p:nvPr/>
        </p:nvSpPr>
        <p:spPr>
          <a:xfrm>
            <a:off x="5584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70" name="Text Box 3670"/>
          <p:cNvSpPr txBox="1">
            <a:spLocks/>
          </p:cNvSpPr>
          <p:nvPr/>
        </p:nvSpPr>
        <p:spPr>
          <a:xfrm>
            <a:off x="4822825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71" name="Text Box 3671"/>
          <p:cNvSpPr txBox="1">
            <a:spLocks/>
          </p:cNvSpPr>
          <p:nvPr/>
        </p:nvSpPr>
        <p:spPr>
          <a:xfrm>
            <a:off x="64770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72" name="Text Box 3672"/>
          <p:cNvSpPr txBox="1">
            <a:spLocks/>
          </p:cNvSpPr>
          <p:nvPr/>
        </p:nvSpPr>
        <p:spPr>
          <a:xfrm>
            <a:off x="7315200" y="2895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73" name="Text Box 3673"/>
          <p:cNvSpPr txBox="1">
            <a:spLocks/>
          </p:cNvSpPr>
          <p:nvPr/>
        </p:nvSpPr>
        <p:spPr>
          <a:xfrm>
            <a:off x="1622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74" name="Text Box 3674"/>
          <p:cNvSpPr txBox="1">
            <a:spLocks/>
          </p:cNvSpPr>
          <p:nvPr/>
        </p:nvSpPr>
        <p:spPr>
          <a:xfrm>
            <a:off x="2209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75" name="Text Box 3675"/>
          <p:cNvSpPr txBox="1">
            <a:spLocks/>
          </p:cNvSpPr>
          <p:nvPr/>
        </p:nvSpPr>
        <p:spPr>
          <a:xfrm>
            <a:off x="38100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76" name="Text Box 3676"/>
          <p:cNvSpPr txBox="1">
            <a:spLocks/>
          </p:cNvSpPr>
          <p:nvPr/>
        </p:nvSpPr>
        <p:spPr>
          <a:xfrm>
            <a:off x="32226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77" name="Text Box 3677"/>
          <p:cNvSpPr txBox="1">
            <a:spLocks/>
          </p:cNvSpPr>
          <p:nvPr/>
        </p:nvSpPr>
        <p:spPr>
          <a:xfrm>
            <a:off x="54864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78" name="Text Box 3678"/>
          <p:cNvSpPr txBox="1">
            <a:spLocks/>
          </p:cNvSpPr>
          <p:nvPr/>
        </p:nvSpPr>
        <p:spPr>
          <a:xfrm>
            <a:off x="48990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79" name="Text Box 3679"/>
          <p:cNvSpPr txBox="1">
            <a:spLocks/>
          </p:cNvSpPr>
          <p:nvPr/>
        </p:nvSpPr>
        <p:spPr>
          <a:xfrm>
            <a:off x="7162800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80" name="Text Box 3680"/>
          <p:cNvSpPr txBox="1">
            <a:spLocks/>
          </p:cNvSpPr>
          <p:nvPr/>
        </p:nvSpPr>
        <p:spPr>
          <a:xfrm>
            <a:off x="6575425" y="36576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81" name="Text Box 3681"/>
          <p:cNvSpPr txBox="1">
            <a:spLocks/>
          </p:cNvSpPr>
          <p:nvPr/>
        </p:nvSpPr>
        <p:spPr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82" name="Text Box 3682"/>
          <p:cNvSpPr txBox="1">
            <a:spLocks/>
          </p:cNvSpPr>
          <p:nvPr/>
        </p:nvSpPr>
        <p:spPr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83" name="Text Box 3683"/>
          <p:cNvSpPr txBox="1">
            <a:spLocks/>
          </p:cNvSpPr>
          <p:nvPr/>
        </p:nvSpPr>
        <p:spPr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84" name="Text Box 3684"/>
          <p:cNvSpPr txBox="1">
            <a:spLocks/>
          </p:cNvSpPr>
          <p:nvPr/>
        </p:nvSpPr>
        <p:spPr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685" name="Text Box 3685"/>
          <p:cNvSpPr txBox="1">
            <a:spLocks/>
          </p:cNvSpPr>
          <p:nvPr/>
        </p:nvSpPr>
        <p:spPr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86" name="Text Box 3686"/>
          <p:cNvSpPr txBox="1">
            <a:spLocks/>
          </p:cNvSpPr>
          <p:nvPr/>
        </p:nvSpPr>
        <p:spPr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87" name="Text Box 3687"/>
          <p:cNvSpPr txBox="1">
            <a:spLocks/>
          </p:cNvSpPr>
          <p:nvPr/>
        </p:nvSpPr>
        <p:spPr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88" name="Text Box 3688"/>
          <p:cNvSpPr txBox="1">
            <a:spLocks/>
          </p:cNvSpPr>
          <p:nvPr/>
        </p:nvSpPr>
        <p:spPr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89" name="Text Box 3689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690" name="Text Box 3690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691" name="Text Box 3691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692" name="Text Box 3692"/>
          <p:cNvSpPr txBox="1">
            <a:spLocks/>
          </p:cNvSpPr>
          <p:nvPr/>
        </p:nvSpPr>
        <p:spPr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693" name="Text Box 3693"/>
          <p:cNvSpPr txBox="1">
            <a:spLocks/>
          </p:cNvSpPr>
          <p:nvPr/>
        </p:nvSpPr>
        <p:spPr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694" name="Text Box 3694"/>
          <p:cNvSpPr txBox="1">
            <a:spLocks/>
          </p:cNvSpPr>
          <p:nvPr/>
        </p:nvSpPr>
        <p:spPr>
          <a:xfrm>
            <a:off x="517366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95" name="Text Box 3695"/>
          <p:cNvSpPr txBox="1">
            <a:spLocks/>
          </p:cNvSpPr>
          <p:nvPr/>
        </p:nvSpPr>
        <p:spPr>
          <a:xfrm>
            <a:off x="5761037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96" name="Text Box 3696"/>
          <p:cNvSpPr txBox="1">
            <a:spLocks/>
          </p:cNvSpPr>
          <p:nvPr/>
        </p:nvSpPr>
        <p:spPr>
          <a:xfrm>
            <a:off x="634841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" name="Text Box 3697"/>
          <p:cNvSpPr txBox="1">
            <a:spLocks/>
          </p:cNvSpPr>
          <p:nvPr/>
        </p:nvSpPr>
        <p:spPr>
          <a:xfrm>
            <a:off x="51609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698" name="Text Box 3698"/>
          <p:cNvSpPr txBox="1">
            <a:spLocks/>
          </p:cNvSpPr>
          <p:nvPr/>
        </p:nvSpPr>
        <p:spPr>
          <a:xfrm>
            <a:off x="33988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699" name="Text Box 3699"/>
          <p:cNvSpPr txBox="1">
            <a:spLocks/>
          </p:cNvSpPr>
          <p:nvPr/>
        </p:nvSpPr>
        <p:spPr>
          <a:xfrm>
            <a:off x="281146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700" name="Text Box 3700"/>
          <p:cNvSpPr txBox="1">
            <a:spLocks/>
          </p:cNvSpPr>
          <p:nvPr/>
        </p:nvSpPr>
        <p:spPr>
          <a:xfrm>
            <a:off x="39862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701" name="Text Box 3701"/>
          <p:cNvSpPr txBox="1">
            <a:spLocks/>
          </p:cNvSpPr>
          <p:nvPr/>
        </p:nvSpPr>
        <p:spPr>
          <a:xfrm>
            <a:off x="45735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702" name="Text Box 3702"/>
          <p:cNvSpPr txBox="1">
            <a:spLocks/>
          </p:cNvSpPr>
          <p:nvPr/>
        </p:nvSpPr>
        <p:spPr>
          <a:xfrm>
            <a:off x="574833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703" name="Text Box 3703"/>
          <p:cNvSpPr txBox="1">
            <a:spLocks/>
          </p:cNvSpPr>
          <p:nvPr/>
        </p:nvSpPr>
        <p:spPr>
          <a:xfrm>
            <a:off x="2224087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704" name="Text Box 3704"/>
          <p:cNvSpPr txBox="1">
            <a:spLocks/>
          </p:cNvSpPr>
          <p:nvPr/>
        </p:nvSpPr>
        <p:spPr>
          <a:xfrm>
            <a:off x="6335712" y="600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705" name="Text Box 3705"/>
          <p:cNvSpPr txBox="1">
            <a:spLocks/>
          </p:cNvSpPr>
          <p:nvPr/>
        </p:nvSpPr>
        <p:spPr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 algn="ctr"/>
            <a:r>
              <a:rPr lang="en-US" b="1" dirty="0">
                <a:latin typeface="Courier New" pitchFamily="49" charset="0"/>
              </a:rPr>
              <a:t>6</a:t>
            </a:r>
          </a:p>
        </p:txBody>
      </p:sp>
      <p:sp>
        <p:nvSpPr>
          <p:cNvPr id="3706" name="Text Box 3706"/>
          <p:cNvSpPr txBox="1">
            <a:spLocks/>
          </p:cNvSpPr>
          <p:nvPr/>
        </p:nvSpPr>
        <p:spPr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14</a:t>
            </a:r>
          </a:p>
        </p:txBody>
      </p:sp>
      <p:sp>
        <p:nvSpPr>
          <p:cNvPr id="3707" name="Text Box 3707"/>
          <p:cNvSpPr txBox="1">
            <a:spLocks/>
          </p:cNvSpPr>
          <p:nvPr/>
        </p:nvSpPr>
        <p:spPr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23</a:t>
            </a:r>
          </a:p>
        </p:txBody>
      </p:sp>
      <p:sp>
        <p:nvSpPr>
          <p:cNvPr id="3708" name="Text Box 3708"/>
          <p:cNvSpPr txBox="1">
            <a:spLocks/>
          </p:cNvSpPr>
          <p:nvPr/>
        </p:nvSpPr>
        <p:spPr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33</a:t>
            </a:r>
          </a:p>
        </p:txBody>
      </p:sp>
      <p:sp>
        <p:nvSpPr>
          <p:cNvPr id="3709" name="Text Box 3709"/>
          <p:cNvSpPr txBox="1">
            <a:spLocks/>
          </p:cNvSpPr>
          <p:nvPr/>
        </p:nvSpPr>
        <p:spPr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42</a:t>
            </a:r>
          </a:p>
        </p:txBody>
      </p:sp>
      <p:sp>
        <p:nvSpPr>
          <p:cNvPr id="3710" name="Text Box 3710"/>
          <p:cNvSpPr txBox="1">
            <a:spLocks/>
          </p:cNvSpPr>
          <p:nvPr/>
        </p:nvSpPr>
        <p:spPr>
          <a:xfrm>
            <a:off x="517366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45</a:t>
            </a:r>
          </a:p>
        </p:txBody>
      </p:sp>
      <p:sp>
        <p:nvSpPr>
          <p:cNvPr id="3711" name="Text Box 3711"/>
          <p:cNvSpPr txBox="1">
            <a:spLocks/>
          </p:cNvSpPr>
          <p:nvPr/>
        </p:nvSpPr>
        <p:spPr>
          <a:xfrm>
            <a:off x="5761037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67</a:t>
            </a:r>
          </a:p>
        </p:txBody>
      </p:sp>
      <p:sp>
        <p:nvSpPr>
          <p:cNvPr id="3712" name="Text Box 3712"/>
          <p:cNvSpPr txBox="1">
            <a:spLocks/>
          </p:cNvSpPr>
          <p:nvPr/>
        </p:nvSpPr>
        <p:spPr>
          <a:xfrm>
            <a:off x="6348412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numCol="1" anchor="t"/>
          <a:lstStyle/>
          <a:p>
            <a:pPr marL="0" indent="0"/>
            <a:r>
              <a:rPr lang="en-US" b="1" dirty="0">
                <a:latin typeface="Courier New" pitchFamily="49" charset="0"/>
              </a:rPr>
              <a:t>98</a:t>
            </a:r>
          </a:p>
        </p:txBody>
      </p:sp>
      <p:sp>
        <p:nvSpPr>
          <p:cNvPr id="3713" name="Text Box 3713"/>
          <p:cNvSpPr>
            <a:spLocks/>
          </p:cNvSpPr>
          <p:nvPr/>
        </p:nvSpPr>
        <p:spPr>
          <a:xfrm>
            <a:off x="4584700" y="1573212"/>
            <a:ext cx="0" cy="3043237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triangle" w="sm" len="sm"/>
          </a:ln>
          <a:effectLst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4" name="Text Box 3714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numCol="1"/>
          <a:lstStyle/>
          <a:p>
            <a:r>
              <a:t>Summary</a:t>
            </a:r>
          </a:p>
        </p:txBody>
      </p:sp>
      <p:sp>
        <p:nvSpPr>
          <p:cNvPr id="3715" name="Text Box 3715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numCol="1"/>
          <a:lstStyle/>
          <a:p>
            <a:pPr marL="342900" indent="-342900"/>
            <a:r>
              <a:rPr lang="en-US" sz="2800" b="1" dirty="0">
                <a:solidFill>
                  <a:srgbClr val="3333FF"/>
                </a:solidFill>
              </a:rPr>
              <a:t>Divide</a:t>
            </a:r>
            <a:r>
              <a:rPr lang="en-US" sz="2800" b="1" dirty="0"/>
              <a:t> the unsorted collection </a:t>
            </a:r>
            <a:r>
              <a:rPr lang="en-US" sz="2800" b="1" dirty="0">
                <a:solidFill>
                  <a:srgbClr val="3333FF"/>
                </a:solidFill>
              </a:rPr>
              <a:t>into two</a:t>
            </a:r>
          </a:p>
          <a:p>
            <a:pPr marL="342900" indent="-342900">
              <a:buNone/>
            </a:pPr>
            <a:r>
              <a:rPr lang="en-US" sz="2800" b="1" dirty="0">
                <a:solidFill>
                  <a:srgbClr val="3333FF"/>
                </a:solidFill>
              </a:rPr>
              <a:t> </a:t>
            </a:r>
          </a:p>
          <a:p>
            <a:pPr marL="342900" indent="-342900"/>
            <a:r>
              <a:rPr lang="en-US" sz="2800" b="1" dirty="0"/>
              <a:t>Until the sub-arrays only </a:t>
            </a:r>
            <a:r>
              <a:rPr lang="en-US" sz="2800" b="1" dirty="0">
                <a:solidFill>
                  <a:srgbClr val="3333FF"/>
                </a:solidFill>
              </a:rPr>
              <a:t>contain one element</a:t>
            </a:r>
          </a:p>
          <a:p>
            <a:pPr marL="342900" indent="-342900">
              <a:buNone/>
            </a:pPr>
            <a:endParaRPr lang="en-US" sz="2800" b="1" dirty="0">
              <a:solidFill>
                <a:srgbClr val="3333FF"/>
              </a:solidFill>
            </a:endParaRPr>
          </a:p>
          <a:p>
            <a:pPr marL="342900" indent="-342900"/>
            <a:r>
              <a:rPr lang="en-US" sz="2800" b="1" dirty="0"/>
              <a:t>Then </a:t>
            </a:r>
            <a:r>
              <a:rPr lang="en-US" sz="2800" b="1" dirty="0">
                <a:solidFill>
                  <a:srgbClr val="3333FF"/>
                </a:solidFill>
              </a:rPr>
              <a:t>merge the sub-problem solutions</a:t>
            </a:r>
            <a:r>
              <a:rPr lang="en-US" sz="2800" b="1" dirty="0"/>
              <a:t>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">
      <a:dk1>
        <a:srgbClr val="000000"/>
      </a:dk1>
      <a:lt1>
        <a:srgbClr val="FAFFD9"/>
      </a:lt1>
      <a:dk2>
        <a:srgbClr val="3333FF"/>
      </a:dk2>
      <a:lt2>
        <a:srgbClr val="000000"/>
      </a:lt2>
      <a:accent1>
        <a:srgbClr val="FF9900"/>
      </a:accent1>
      <a:accent2>
        <a:srgbClr val="00FFFF"/>
      </a:accent2>
      <a:accent3>
        <a:srgbClr val="FAFFD9"/>
      </a:accent3>
      <a:accent4>
        <a:srgbClr val="FF9900"/>
      </a:accent4>
      <a:accent5>
        <a:srgbClr val="00FFFF"/>
      </a:accent5>
      <a:accent6>
        <a:srgbClr val="FAFFD9"/>
      </a:accent6>
      <a:hlink>
        <a:srgbClr val="FF0033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1678</Words>
  <Application>Microsoft Office PowerPoint</Application>
  <PresentationFormat>On-screen Show (4:3)</PresentationFormat>
  <Paragraphs>1582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Courier New</vt:lpstr>
      <vt:lpstr>Default Design</vt:lpstr>
      <vt:lpstr>Mergesort</vt:lpstr>
      <vt:lpstr>Divide and Conquer</vt:lpstr>
      <vt:lpstr>Mergesort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Sort</dc:title>
  <dc:creator>Bob Slotpole</dc:creator>
  <cp:lastModifiedBy>Bob Slotpole</cp:lastModifiedBy>
  <cp:revision>2</cp:revision>
  <dcterms:modified xsi:type="dcterms:W3CDTF">2025-11-02T15:32:52Z</dcterms:modified>
</cp:coreProperties>
</file>