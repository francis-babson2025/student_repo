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sldIdLst>
    <p:sldId id="256" r:id="rId3"/>
    <p:sldId id="259" r:id="rId4"/>
    <p:sldId id="260" r:id="rId5"/>
    <p:sldId id="261" r:id="rId6"/>
    <p:sldId id="257" r:id="rId7"/>
    <p:sldId id="262" r:id="rId8"/>
    <p:sldId id="264" r:id="rId9"/>
    <p:sldId id="265" r:id="rId10"/>
    <p:sldId id="266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B4"/>
    <a:srgbClr val="FAF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14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EFF131-89B3-022C-8EC0-D0392011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8232A-DF94-AB4B-8B23-B90C75E6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A285F-DD77-5BBB-4563-E5C8BEFB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3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23B3-6E77-3DD0-7F9A-BCE81A210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0E0D3-12E7-B561-C7B1-54CCE4FC6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D3B62-E1CD-DBBD-F298-C77557E7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2CCD-0CE0-D919-8BDE-7FACC859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975B0-DD07-5D6E-7A63-50438B43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6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EF44-B53E-2685-FB66-799C7B61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7BF7-118E-F772-3AB5-78591C9A7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5263B-96B9-1EC6-8B3C-E291B700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9326-FB08-ED60-8557-EC69CF5F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C2BC6-2814-173D-1074-FC520722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8944-9816-5CAE-DCC9-1802ED48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E8F8C-E701-91F8-F67F-BBEEC6A0E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75604-C194-D7A0-6F91-BFE800E3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2D9FD-96BC-319E-DE40-82BED584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5F934-5B53-CAF8-4F2E-666EE061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2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D649-9379-7A85-C045-6F8809DA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BBEC7-903F-C0A3-0186-F5EC9ADCF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59DAD-6A24-6498-9F21-908C932A2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A805E-C1CE-1354-E0E3-25E31E3E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51E2C-63E5-1DB2-E083-F5C34207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1E240-3E79-1A86-2935-C0985A53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1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314A-8AED-94AA-E37D-D81759DB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EF0A8-0A89-C144-8CF8-C31A41939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C4816-CC88-B005-6AEF-8B5957EFC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EDF0D-3558-6564-F597-66DA6DBE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B40E4-392C-FC0E-19F5-40CAA5462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5F45C-602F-3F55-4623-CA9F4509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51B68-7DE9-0B85-8557-B7F28C20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75825-00F0-6A14-F451-0A373A1A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6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4926-0771-6210-0513-9AEBDAC5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F0046-BDBC-E62F-5AD4-6BDE414E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C8FB4-A239-6C73-06F4-DBE6163B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D4431-DEE2-5A0E-3BDB-F07571B8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7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FA5B6-7212-2024-D35C-6FB06639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F1E22-0C4C-FE8F-631A-2047ED5E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A0825-5D1E-ED53-5A0A-66569D9B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9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3572-350E-5D3B-1ACD-EA569AD9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64765-69BA-A682-FA33-FCAA606A3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E1C36-B8EC-30EE-30FC-E29C61D0C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D33B5-25BA-0989-B236-C668B15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D0F7-D733-D080-D380-6FD209EF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F9F4-B855-FBAA-E1A5-95D4DAB8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7BB4-8E4F-CFFE-4CA5-884BB9DE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7F1ED-EEF7-FE82-B1E0-263037717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C5400-6E4D-655B-7C8F-A84563E3D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D74AD-7F6A-5C74-70A4-3F3C4ED3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F01FA-2027-63CC-3574-701E0E10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4F733-0B5D-7E07-2BE1-FA7FF288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4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B7DE-256D-C5EB-AD89-FE5FA58F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B74BE-7588-EF88-C359-01DF1E42F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B35BC-5934-711C-942F-EEC9ACAE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BD71F-097B-19F7-B42D-318FE9B2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0AD2F-F205-9AA3-BB81-7DA92DE3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38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A855F-00F9-66C3-FDE5-D003DBBE1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6830B-8197-63BF-515D-14730AD0F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8D41-2E40-5D13-8D67-16833F7D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C733F-528F-D050-0E25-1C80EB31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828D2-BB7C-8444-298E-58A3F5E1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86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0845F-9A08-882E-657D-9A408E3F0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1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97CCC-F638-A647-8629-14BE03D37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1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336B-85FC-BF52-F912-461206065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CC648-F762-59FE-58F7-56B7BED6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1" y="8475136"/>
            <a:ext cx="548639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D6E96-29A6-1994-43A0-99011815F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799" y="8475136"/>
            <a:ext cx="365760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4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218804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00" indent="-304700" algn="l" defTabSz="1218804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2" kern="1200">
          <a:solidFill>
            <a:schemeClr val="tx1"/>
          </a:solidFill>
          <a:latin typeface="+mn-lt"/>
          <a:ea typeface="+mn-ea"/>
          <a:cs typeface="+mn-cs"/>
        </a:defRPr>
      </a:lvl1pPr>
      <a:lvl2pPr marL="914102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2pPr>
      <a:lvl3pPr marL="1523505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2907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742309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351711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961112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514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916" indent="-304700" algn="l" defTabSz="121880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02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04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06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07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009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411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813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215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368DC-387D-C03D-02AF-3BCB48F4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55A61-5CA2-331C-6BC3-045C55C1D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83384-6B12-CBF8-D326-456FF5A8C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C70AE-5EC1-450E-980B-25BF40F84FB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8442C-8877-3752-7262-EF8DD3FB4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03AD3-036F-7116-4392-999AF25D6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71EF8-7064-4D98-A3D8-78048066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1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F84B18-C63D-137F-7283-3EA2B52ADE3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noFill/>
          <a:ln w="47625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E2CE1-69DB-15FB-2AC1-4F5C16779126}"/>
              </a:ext>
            </a:extLst>
          </p:cNvPr>
          <p:cNvSpPr txBox="1"/>
          <p:nvPr/>
        </p:nvSpPr>
        <p:spPr>
          <a:xfrm>
            <a:off x="1524000" y="1778000"/>
            <a:ext cx="1320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</a:rPr>
              <a:t>Split and Combine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482EE-A54F-E2D7-2E9F-9A053781A2CC}"/>
              </a:ext>
            </a:extLst>
          </p:cNvPr>
          <p:cNvSpPr txBox="1"/>
          <p:nvPr/>
        </p:nvSpPr>
        <p:spPr>
          <a:xfrm>
            <a:off x="2032000" y="3302000"/>
            <a:ext cx="12192000" cy="31085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0000B4"/>
                </a:solidFill>
                <a:latin typeface="Arial" panose="020B0604020202020204" pitchFamily="34" charset="0"/>
              </a:rPr>
              <a:t>We 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split</a:t>
            </a:r>
            <a:r>
              <a:rPr lang="en-US" sz="2800" b="1">
                <a:solidFill>
                  <a:srgbClr val="0000B4"/>
                </a:solidFill>
                <a:latin typeface="Arial" panose="020B0604020202020204" pitchFamily="34" charset="0"/>
              </a:rPr>
              <a:t> the list into individual elements,
then 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combine</a:t>
            </a:r>
            <a:r>
              <a:rPr lang="en-US" sz="2800" b="1">
                <a:solidFill>
                  <a:srgbClr val="0000B4"/>
                </a:solidFill>
                <a:latin typeface="Arial" panose="020B0604020202020204" pitchFamily="34" charset="0"/>
              </a:rPr>
              <a:t> them into 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sorted</a:t>
            </a:r>
            <a:r>
              <a:rPr lang="en-US" sz="2800" b="1">
                <a:solidFill>
                  <a:srgbClr val="0000B4"/>
                </a:solidFill>
                <a:latin typeface="Arial" panose="020B0604020202020204" pitchFamily="34" charset="0"/>
              </a:rPr>
              <a:t> pairs.
Next, we 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merge</a:t>
            </a:r>
            <a:r>
              <a:rPr lang="en-US" sz="2800" b="1">
                <a:solidFill>
                  <a:srgbClr val="0000B4"/>
                </a:solidFill>
                <a:latin typeface="Arial" panose="020B0604020202020204" pitchFamily="34" charset="0"/>
              </a:rPr>
              <a:t> pairs into groups of four,
and groups of four into groups of eight —
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repeating</a:t>
            </a:r>
            <a:r>
              <a:rPr lang="en-US" sz="2800" b="1">
                <a:solidFill>
                  <a:srgbClr val="0000B4"/>
                </a:solidFill>
                <a:latin typeface="Arial" panose="020B0604020202020204" pitchFamily="34" charset="0"/>
              </a:rPr>
              <a:t> the process until the entire list is sorted.</a:t>
            </a:r>
          </a:p>
        </p:txBody>
      </p:sp>
    </p:spTree>
    <p:extLst>
      <p:ext uri="{BB962C8B-B14F-4D97-AF65-F5344CB8AC3E}">
        <p14:creationId xmlns:p14="http://schemas.microsoft.com/office/powerpoint/2010/main" val="1544365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CA496D-1F31-8714-4654-CD086C0580AB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CCA93-4B07-48A2-B206-68032131271D}"/>
              </a:ext>
            </a:extLst>
          </p:cNvPr>
          <p:cNvSpPr txBox="1"/>
          <p:nvPr/>
        </p:nvSpPr>
        <p:spPr>
          <a:xfrm>
            <a:off x="2117" y="1708690"/>
            <a:ext cx="16251936" cy="7489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Unsorted Array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1519F-8E8F-3991-E11D-A3DAEE7F51FB}"/>
              </a:ext>
            </a:extLst>
          </p:cNvPr>
          <p:cNvSpPr/>
          <p:nvPr/>
        </p:nvSpPr>
        <p:spPr>
          <a:xfrm>
            <a:off x="461678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971E22-66D5-21EA-B439-2AF781D00295}"/>
              </a:ext>
            </a:extLst>
          </p:cNvPr>
          <p:cNvSpPr/>
          <p:nvPr/>
        </p:nvSpPr>
        <p:spPr>
          <a:xfrm>
            <a:off x="539707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7327A7-D0E3-43BC-CC60-A062B28279D3}"/>
              </a:ext>
            </a:extLst>
          </p:cNvPr>
          <p:cNvSpPr/>
          <p:nvPr/>
        </p:nvSpPr>
        <p:spPr>
          <a:xfrm>
            <a:off x="617736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0D93C-E64B-5988-E6EB-7F3E8A0E4FE9}"/>
              </a:ext>
            </a:extLst>
          </p:cNvPr>
          <p:cNvSpPr/>
          <p:nvPr/>
        </p:nvSpPr>
        <p:spPr>
          <a:xfrm>
            <a:off x="695765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11E10-DE03-9AA2-9AF2-0EF4B0B207B0}"/>
              </a:ext>
            </a:extLst>
          </p:cNvPr>
          <p:cNvSpPr/>
          <p:nvPr/>
        </p:nvSpPr>
        <p:spPr>
          <a:xfrm>
            <a:off x="7737941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AE1930-57F8-A978-91CB-1381AEEA2C34}"/>
              </a:ext>
            </a:extLst>
          </p:cNvPr>
          <p:cNvSpPr/>
          <p:nvPr/>
        </p:nvSpPr>
        <p:spPr>
          <a:xfrm>
            <a:off x="851822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82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D9F6C-11EB-DED8-A4F6-6D99073E8ACF}"/>
              </a:ext>
            </a:extLst>
          </p:cNvPr>
          <p:cNvSpPr/>
          <p:nvPr/>
        </p:nvSpPr>
        <p:spPr>
          <a:xfrm>
            <a:off x="929851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15EB92-8F2D-8EC6-073F-DD108DE2FC87}"/>
              </a:ext>
            </a:extLst>
          </p:cNvPr>
          <p:cNvSpPr/>
          <p:nvPr/>
        </p:nvSpPr>
        <p:spPr>
          <a:xfrm>
            <a:off x="1007880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7A088-F4F0-7A84-D82E-84178BC4BB71}"/>
              </a:ext>
            </a:extLst>
          </p:cNvPr>
          <p:cNvSpPr/>
          <p:nvPr/>
        </p:nvSpPr>
        <p:spPr>
          <a:xfrm>
            <a:off x="1085909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9725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A5CB4F-8320-46B1-F929-25D24C5F75AD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537EC-4C34-CD83-706B-711337B0A088}"/>
              </a:ext>
            </a:extLst>
          </p:cNvPr>
          <p:cNvSpPr txBox="1"/>
          <p:nvPr/>
        </p:nvSpPr>
        <p:spPr>
          <a:xfrm>
            <a:off x="2117" y="1708690"/>
            <a:ext cx="16251936" cy="7489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4267" b="1">
                <a:solidFill>
                  <a:srgbClr val="000000"/>
                </a:solidFill>
                <a:latin typeface="Arial" panose="020B0604020202020204" pitchFamily="34" charset="0"/>
              </a:rPr>
              <a:t>Bottom-Up MergeSort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EDC90-08CB-3083-A03A-51648C72AFC9}"/>
              </a:ext>
            </a:extLst>
          </p:cNvPr>
          <p:cNvSpPr/>
          <p:nvPr/>
        </p:nvSpPr>
        <p:spPr>
          <a:xfrm>
            <a:off x="461678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B0671C-A7A0-BF3B-8954-86AB9E9EBDEB}"/>
              </a:ext>
            </a:extLst>
          </p:cNvPr>
          <p:cNvSpPr/>
          <p:nvPr/>
        </p:nvSpPr>
        <p:spPr>
          <a:xfrm>
            <a:off x="539707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4E033-0C31-E534-F8E7-87C9F12FC289}"/>
              </a:ext>
            </a:extLst>
          </p:cNvPr>
          <p:cNvSpPr/>
          <p:nvPr/>
        </p:nvSpPr>
        <p:spPr>
          <a:xfrm>
            <a:off x="617736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ED4766-4D78-3F82-D7BA-C853643C1A46}"/>
              </a:ext>
            </a:extLst>
          </p:cNvPr>
          <p:cNvSpPr/>
          <p:nvPr/>
        </p:nvSpPr>
        <p:spPr>
          <a:xfrm>
            <a:off x="695765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81CF6-D0E6-348E-5268-F3890B85EE54}"/>
              </a:ext>
            </a:extLst>
          </p:cNvPr>
          <p:cNvSpPr/>
          <p:nvPr/>
        </p:nvSpPr>
        <p:spPr>
          <a:xfrm>
            <a:off x="7737941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007BA-35C0-1D70-1FAF-AF11D386BAE2}"/>
              </a:ext>
            </a:extLst>
          </p:cNvPr>
          <p:cNvSpPr/>
          <p:nvPr/>
        </p:nvSpPr>
        <p:spPr>
          <a:xfrm>
            <a:off x="851822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B1945-062A-7817-71D1-EA6C0304DF0F}"/>
              </a:ext>
            </a:extLst>
          </p:cNvPr>
          <p:cNvSpPr/>
          <p:nvPr/>
        </p:nvSpPr>
        <p:spPr>
          <a:xfrm>
            <a:off x="929851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FBE7B-50F8-4FC2-9A24-07AD2C942A91}"/>
              </a:ext>
            </a:extLst>
          </p:cNvPr>
          <p:cNvSpPr/>
          <p:nvPr/>
        </p:nvSpPr>
        <p:spPr>
          <a:xfrm>
            <a:off x="1007880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A30B5C-60F1-F47A-BF10-6C327B0A68B7}"/>
              </a:ext>
            </a:extLst>
          </p:cNvPr>
          <p:cNvSpPr/>
          <p:nvPr/>
        </p:nvSpPr>
        <p:spPr>
          <a:xfrm>
            <a:off x="1085909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A7651-AD96-4355-EEA1-48B9405D6776}"/>
              </a:ext>
            </a:extLst>
          </p:cNvPr>
          <p:cNvSpPr txBox="1"/>
          <p:nvPr/>
        </p:nvSpPr>
        <p:spPr>
          <a:xfrm>
            <a:off x="-152429" y="5134053"/>
            <a:ext cx="16251936" cy="666786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B4"/>
                </a:solidFill>
                <a:latin typeface="Arial" panose="020B0604020202020204" pitchFamily="34" charset="0"/>
              </a:rPr>
              <a:t>Combine</a:t>
            </a:r>
            <a:r>
              <a:rPr lang="en-US" sz="3733" b="1" dirty="0">
                <a:solidFill>
                  <a:srgbClr val="0000B4"/>
                </a:solidFill>
                <a:latin typeface="Arial" panose="020B0604020202020204" pitchFamily="34" charset="0"/>
              </a:rPr>
              <a:t> by 2</a:t>
            </a:r>
          </a:p>
        </p:txBody>
      </p:sp>
    </p:spTree>
    <p:extLst>
      <p:ext uri="{BB962C8B-B14F-4D97-AF65-F5344CB8AC3E}">
        <p14:creationId xmlns:p14="http://schemas.microsoft.com/office/powerpoint/2010/main" val="102903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137B63-05C7-B39C-2CA4-5CCC000E2216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35E0EC-8059-ED0F-6CC9-12A59260600A}"/>
              </a:ext>
            </a:extLst>
          </p:cNvPr>
          <p:cNvSpPr/>
          <p:nvPr/>
        </p:nvSpPr>
        <p:spPr>
          <a:xfrm>
            <a:off x="461678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41859-99CD-0034-D7B1-79966156D6BA}"/>
              </a:ext>
            </a:extLst>
          </p:cNvPr>
          <p:cNvSpPr/>
          <p:nvPr/>
        </p:nvSpPr>
        <p:spPr>
          <a:xfrm>
            <a:off x="539707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8FB98-E63F-B00C-E1BC-BD0E54A6628E}"/>
              </a:ext>
            </a:extLst>
          </p:cNvPr>
          <p:cNvSpPr/>
          <p:nvPr/>
        </p:nvSpPr>
        <p:spPr>
          <a:xfrm>
            <a:off x="617736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81516-FB13-5212-CC51-5E4FCF166BD7}"/>
              </a:ext>
            </a:extLst>
          </p:cNvPr>
          <p:cNvSpPr/>
          <p:nvPr/>
        </p:nvSpPr>
        <p:spPr>
          <a:xfrm>
            <a:off x="695765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16F871-26FB-5F80-D68C-A7FA7EE149B5}"/>
              </a:ext>
            </a:extLst>
          </p:cNvPr>
          <p:cNvSpPr/>
          <p:nvPr/>
        </p:nvSpPr>
        <p:spPr>
          <a:xfrm>
            <a:off x="7737941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9B008-C23C-170B-52F0-EFDEB9E318ED}"/>
              </a:ext>
            </a:extLst>
          </p:cNvPr>
          <p:cNvSpPr/>
          <p:nvPr/>
        </p:nvSpPr>
        <p:spPr>
          <a:xfrm>
            <a:off x="851822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B0D43-341D-2798-AE53-AB01E84F4390}"/>
              </a:ext>
            </a:extLst>
          </p:cNvPr>
          <p:cNvSpPr/>
          <p:nvPr/>
        </p:nvSpPr>
        <p:spPr>
          <a:xfrm>
            <a:off x="929851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67517B-6B2D-D416-A1DE-85AFC9C3FD43}"/>
              </a:ext>
            </a:extLst>
          </p:cNvPr>
          <p:cNvSpPr/>
          <p:nvPr/>
        </p:nvSpPr>
        <p:spPr>
          <a:xfrm>
            <a:off x="1007880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36C710-E17E-B214-050F-242AF67CA7CC}"/>
              </a:ext>
            </a:extLst>
          </p:cNvPr>
          <p:cNvSpPr/>
          <p:nvPr/>
        </p:nvSpPr>
        <p:spPr>
          <a:xfrm>
            <a:off x="1085909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9BBC2B-3040-D30C-A233-9844F3C73DB6}"/>
              </a:ext>
            </a:extLst>
          </p:cNvPr>
          <p:cNvSpPr/>
          <p:nvPr/>
        </p:nvSpPr>
        <p:spPr>
          <a:xfrm>
            <a:off x="4616789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66631A-E991-DAAF-030A-DF6C3688321F}"/>
              </a:ext>
            </a:extLst>
          </p:cNvPr>
          <p:cNvSpPr/>
          <p:nvPr/>
        </p:nvSpPr>
        <p:spPr>
          <a:xfrm>
            <a:off x="5397077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CF5CE-5316-CBB1-6810-2D4EA3F22018}"/>
              </a:ext>
            </a:extLst>
          </p:cNvPr>
          <p:cNvSpPr/>
          <p:nvPr/>
        </p:nvSpPr>
        <p:spPr>
          <a:xfrm>
            <a:off x="6177365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27A04-F11E-5D31-A500-B673DD2B2942}"/>
              </a:ext>
            </a:extLst>
          </p:cNvPr>
          <p:cNvSpPr/>
          <p:nvPr/>
        </p:nvSpPr>
        <p:spPr>
          <a:xfrm>
            <a:off x="6957653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25F21F-28BF-84A9-0FA9-955799A18DBE}"/>
              </a:ext>
            </a:extLst>
          </p:cNvPr>
          <p:cNvSpPr/>
          <p:nvPr/>
        </p:nvSpPr>
        <p:spPr>
          <a:xfrm>
            <a:off x="7737941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0D2C3B-3376-B036-2EAB-176CB9C07BB9}"/>
              </a:ext>
            </a:extLst>
          </p:cNvPr>
          <p:cNvSpPr/>
          <p:nvPr/>
        </p:nvSpPr>
        <p:spPr>
          <a:xfrm>
            <a:off x="8518229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ED54C3-17C0-57F4-CCD9-09E633028612}"/>
              </a:ext>
            </a:extLst>
          </p:cNvPr>
          <p:cNvSpPr/>
          <p:nvPr/>
        </p:nvSpPr>
        <p:spPr>
          <a:xfrm>
            <a:off x="9298517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1C0820-B2F0-360C-5637-C179874796EE}"/>
              </a:ext>
            </a:extLst>
          </p:cNvPr>
          <p:cNvSpPr/>
          <p:nvPr/>
        </p:nvSpPr>
        <p:spPr>
          <a:xfrm>
            <a:off x="10078805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820549-832E-852C-5C8E-A0AD8E98BDF9}"/>
              </a:ext>
            </a:extLst>
          </p:cNvPr>
          <p:cNvSpPr/>
          <p:nvPr/>
        </p:nvSpPr>
        <p:spPr>
          <a:xfrm>
            <a:off x="10859093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558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B3BE8-4AB3-C6DC-6EC6-981659CE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0E77C0-261A-07F1-EF76-63107F4571F5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28305-3F3C-E554-C292-A15127EF7DFB}"/>
              </a:ext>
            </a:extLst>
          </p:cNvPr>
          <p:cNvSpPr txBox="1"/>
          <p:nvPr/>
        </p:nvSpPr>
        <p:spPr>
          <a:xfrm>
            <a:off x="-388027" y="6933053"/>
            <a:ext cx="16251936" cy="6463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 defTabSz="1219170">
              <a:defRPr/>
            </a:pPr>
            <a:r>
              <a:rPr lang="en-US" sz="3600" b="1" dirty="0">
                <a:solidFill>
                  <a:srgbClr val="0000B4"/>
                </a:solidFill>
                <a:latin typeface="Arial" panose="020B0604020202020204" pitchFamily="34" charset="0"/>
              </a:rPr>
              <a:t>Combine by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1C4BC-1707-B4C4-D2BA-2CBF4AA3D7B5}"/>
              </a:ext>
            </a:extLst>
          </p:cNvPr>
          <p:cNvSpPr/>
          <p:nvPr/>
        </p:nvSpPr>
        <p:spPr>
          <a:xfrm>
            <a:off x="461678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68E0-DCF2-BEB4-444C-81B1BF87C535}"/>
              </a:ext>
            </a:extLst>
          </p:cNvPr>
          <p:cNvSpPr/>
          <p:nvPr/>
        </p:nvSpPr>
        <p:spPr>
          <a:xfrm>
            <a:off x="539707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70299-88D2-60B9-9C73-04C27DF3A422}"/>
              </a:ext>
            </a:extLst>
          </p:cNvPr>
          <p:cNvSpPr/>
          <p:nvPr/>
        </p:nvSpPr>
        <p:spPr>
          <a:xfrm>
            <a:off x="617736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7FAEC-CAF9-448C-CB55-B84B8AB46CD9}"/>
              </a:ext>
            </a:extLst>
          </p:cNvPr>
          <p:cNvSpPr/>
          <p:nvPr/>
        </p:nvSpPr>
        <p:spPr>
          <a:xfrm>
            <a:off x="695765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BB53AB-883F-EABA-D9E0-CCD7A35D76A2}"/>
              </a:ext>
            </a:extLst>
          </p:cNvPr>
          <p:cNvSpPr/>
          <p:nvPr/>
        </p:nvSpPr>
        <p:spPr>
          <a:xfrm>
            <a:off x="7737941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EB2121-AA9B-CBA1-4AD7-7387910216EC}"/>
              </a:ext>
            </a:extLst>
          </p:cNvPr>
          <p:cNvSpPr/>
          <p:nvPr/>
        </p:nvSpPr>
        <p:spPr>
          <a:xfrm>
            <a:off x="8518229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582928-C8D8-1169-DE86-8D877D7C2FC6}"/>
              </a:ext>
            </a:extLst>
          </p:cNvPr>
          <p:cNvSpPr/>
          <p:nvPr/>
        </p:nvSpPr>
        <p:spPr>
          <a:xfrm>
            <a:off x="9298517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301CA-88F8-09C0-1FCA-27D76B33B009}"/>
              </a:ext>
            </a:extLst>
          </p:cNvPr>
          <p:cNvSpPr/>
          <p:nvPr/>
        </p:nvSpPr>
        <p:spPr>
          <a:xfrm>
            <a:off x="10078805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23CA3A-14C9-E6F3-BE1B-599EBD6B84E8}"/>
              </a:ext>
            </a:extLst>
          </p:cNvPr>
          <p:cNvSpPr/>
          <p:nvPr/>
        </p:nvSpPr>
        <p:spPr>
          <a:xfrm>
            <a:off x="10859093" y="36576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B7DC82-D6D4-6D7B-9259-F95F5245EB8C}"/>
              </a:ext>
            </a:extLst>
          </p:cNvPr>
          <p:cNvSpPr/>
          <p:nvPr/>
        </p:nvSpPr>
        <p:spPr>
          <a:xfrm>
            <a:off x="4616789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9F6094-5C62-33E3-AC10-39A65DCD48E5}"/>
              </a:ext>
            </a:extLst>
          </p:cNvPr>
          <p:cNvSpPr/>
          <p:nvPr/>
        </p:nvSpPr>
        <p:spPr>
          <a:xfrm>
            <a:off x="5397077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24B98D-3A4F-539E-2AED-6E42CC8D9254}"/>
              </a:ext>
            </a:extLst>
          </p:cNvPr>
          <p:cNvSpPr/>
          <p:nvPr/>
        </p:nvSpPr>
        <p:spPr>
          <a:xfrm>
            <a:off x="6177365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A50DCD-3088-ED84-3315-0CD7706548D5}"/>
              </a:ext>
            </a:extLst>
          </p:cNvPr>
          <p:cNvSpPr/>
          <p:nvPr/>
        </p:nvSpPr>
        <p:spPr>
          <a:xfrm>
            <a:off x="6957653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38B77E-8D7F-4D87-616F-9B07F670AE8E}"/>
              </a:ext>
            </a:extLst>
          </p:cNvPr>
          <p:cNvSpPr/>
          <p:nvPr/>
        </p:nvSpPr>
        <p:spPr>
          <a:xfrm>
            <a:off x="7737941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04911-94FF-4366-3514-A0450C9AE9F7}"/>
              </a:ext>
            </a:extLst>
          </p:cNvPr>
          <p:cNvSpPr/>
          <p:nvPr/>
        </p:nvSpPr>
        <p:spPr>
          <a:xfrm>
            <a:off x="8518229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CA5AA2-BA03-A595-D4C3-5D5CCB5EB409}"/>
              </a:ext>
            </a:extLst>
          </p:cNvPr>
          <p:cNvSpPr/>
          <p:nvPr/>
        </p:nvSpPr>
        <p:spPr>
          <a:xfrm>
            <a:off x="9298517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6D63AB-2DB8-EEE5-21B9-B2DA32B72DB9}"/>
              </a:ext>
            </a:extLst>
          </p:cNvPr>
          <p:cNvSpPr/>
          <p:nvPr/>
        </p:nvSpPr>
        <p:spPr>
          <a:xfrm>
            <a:off x="10078805" y="512064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ACFF09-5791-3A4A-A70A-695098456C50}"/>
              </a:ext>
            </a:extLst>
          </p:cNvPr>
          <p:cNvSpPr/>
          <p:nvPr/>
        </p:nvSpPr>
        <p:spPr>
          <a:xfrm>
            <a:off x="10859093" y="512064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4990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895548-DAA0-6408-2C29-23DB75C019F2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00DE0D0-D06E-0266-2CC5-1A8DD24B360D}"/>
              </a:ext>
            </a:extLst>
          </p:cNvPr>
          <p:cNvGrpSpPr/>
          <p:nvPr/>
        </p:nvGrpSpPr>
        <p:grpSpPr>
          <a:xfrm>
            <a:off x="4616704" y="2473603"/>
            <a:ext cx="7022592" cy="3584448"/>
            <a:chOff x="4616789" y="3413760"/>
            <a:chExt cx="7022592" cy="35844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C022CE-F0AD-B939-37F1-74A86314559B}"/>
                </a:ext>
              </a:extLst>
            </p:cNvPr>
            <p:cNvSpPr/>
            <p:nvPr/>
          </p:nvSpPr>
          <p:spPr>
            <a:xfrm>
              <a:off x="4616789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38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F425F6A-A739-984A-1F14-4159205A1C80}"/>
                </a:ext>
              </a:extLst>
            </p:cNvPr>
            <p:cNvSpPr/>
            <p:nvPr/>
          </p:nvSpPr>
          <p:spPr>
            <a:xfrm>
              <a:off x="5397077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27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E33FFD-CE92-6652-FDBE-DD3F14654542}"/>
                </a:ext>
              </a:extLst>
            </p:cNvPr>
            <p:cNvSpPr/>
            <p:nvPr/>
          </p:nvSpPr>
          <p:spPr>
            <a:xfrm>
              <a:off x="6177365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43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AC2483-9534-1F61-5D41-8D92A8BECE83}"/>
                </a:ext>
              </a:extLst>
            </p:cNvPr>
            <p:cNvSpPr/>
            <p:nvPr/>
          </p:nvSpPr>
          <p:spPr>
            <a:xfrm>
              <a:off x="6957653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CAF2B2-A6E4-DA1B-4D51-30E2D6BF47D8}"/>
                </a:ext>
              </a:extLst>
            </p:cNvPr>
            <p:cNvSpPr/>
            <p:nvPr/>
          </p:nvSpPr>
          <p:spPr>
            <a:xfrm>
              <a:off x="7737941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B1AEB1-76F0-1716-CEF1-4A7BA5BE6091}"/>
                </a:ext>
              </a:extLst>
            </p:cNvPr>
            <p:cNvSpPr/>
            <p:nvPr/>
          </p:nvSpPr>
          <p:spPr>
            <a:xfrm>
              <a:off x="8518229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82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848FE3-9594-2762-5B74-420DD7E49D99}"/>
                </a:ext>
              </a:extLst>
            </p:cNvPr>
            <p:cNvSpPr/>
            <p:nvPr/>
          </p:nvSpPr>
          <p:spPr>
            <a:xfrm>
              <a:off x="9298517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BFF259-51D9-87BC-8025-81595E7AFFF6}"/>
                </a:ext>
              </a:extLst>
            </p:cNvPr>
            <p:cNvSpPr/>
            <p:nvPr/>
          </p:nvSpPr>
          <p:spPr>
            <a:xfrm>
              <a:off x="10078805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026359-9442-9BE3-5E48-A2BDDBB1600A}"/>
                </a:ext>
              </a:extLst>
            </p:cNvPr>
            <p:cNvSpPr/>
            <p:nvPr/>
          </p:nvSpPr>
          <p:spPr>
            <a:xfrm>
              <a:off x="10859093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653F3B-92BA-E493-D92B-EA514ED966BB}"/>
                </a:ext>
              </a:extLst>
            </p:cNvPr>
            <p:cNvSpPr/>
            <p:nvPr/>
          </p:nvSpPr>
          <p:spPr>
            <a:xfrm>
              <a:off x="4616789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27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01F41C-2DCF-1461-0409-6ACDA6DA9D61}"/>
                </a:ext>
              </a:extLst>
            </p:cNvPr>
            <p:cNvSpPr/>
            <p:nvPr/>
          </p:nvSpPr>
          <p:spPr>
            <a:xfrm>
              <a:off x="5397077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38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076E0D-1573-00CA-395D-0F15071EEEEC}"/>
                </a:ext>
              </a:extLst>
            </p:cNvPr>
            <p:cNvSpPr/>
            <p:nvPr/>
          </p:nvSpPr>
          <p:spPr>
            <a:xfrm>
              <a:off x="6177365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177A8F-97CD-9955-C16C-11BDB3AEA04D}"/>
                </a:ext>
              </a:extLst>
            </p:cNvPr>
            <p:cNvSpPr/>
            <p:nvPr/>
          </p:nvSpPr>
          <p:spPr>
            <a:xfrm>
              <a:off x="6957653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43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557B30-1525-DF97-233C-47F40C28826F}"/>
                </a:ext>
              </a:extLst>
            </p:cNvPr>
            <p:cNvSpPr/>
            <p:nvPr/>
          </p:nvSpPr>
          <p:spPr>
            <a:xfrm>
              <a:off x="7737941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0A3B1C-32A6-092F-9E33-6D5036D8FA3A}"/>
                </a:ext>
              </a:extLst>
            </p:cNvPr>
            <p:cNvSpPr/>
            <p:nvPr/>
          </p:nvSpPr>
          <p:spPr>
            <a:xfrm>
              <a:off x="8518229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82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309472B-22E6-10B8-1DB6-4C553C5E6764}"/>
                </a:ext>
              </a:extLst>
            </p:cNvPr>
            <p:cNvSpPr/>
            <p:nvPr/>
          </p:nvSpPr>
          <p:spPr>
            <a:xfrm>
              <a:off x="9298517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FF9BA0-F623-2750-E557-40E58B998693}"/>
                </a:ext>
              </a:extLst>
            </p:cNvPr>
            <p:cNvSpPr/>
            <p:nvPr/>
          </p:nvSpPr>
          <p:spPr>
            <a:xfrm>
              <a:off x="10078805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BDC4FE-7BB7-A5E5-8C12-B55A26DCD2A2}"/>
                </a:ext>
              </a:extLst>
            </p:cNvPr>
            <p:cNvSpPr/>
            <p:nvPr/>
          </p:nvSpPr>
          <p:spPr>
            <a:xfrm>
              <a:off x="10859093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3CCB51-2EF2-63F1-AB4A-D1FF80816792}"/>
                </a:ext>
              </a:extLst>
            </p:cNvPr>
            <p:cNvSpPr/>
            <p:nvPr/>
          </p:nvSpPr>
          <p:spPr>
            <a:xfrm>
              <a:off x="4616789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2D115F-DCED-01D8-3221-1E4F81A8F65B}"/>
                </a:ext>
              </a:extLst>
            </p:cNvPr>
            <p:cNvSpPr/>
            <p:nvPr/>
          </p:nvSpPr>
          <p:spPr>
            <a:xfrm>
              <a:off x="5397077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27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99F70A9-F3D2-ACF1-3435-4FFEDD3F8DFA}"/>
                </a:ext>
              </a:extLst>
            </p:cNvPr>
            <p:cNvSpPr/>
            <p:nvPr/>
          </p:nvSpPr>
          <p:spPr>
            <a:xfrm>
              <a:off x="6177365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38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069E43-0458-EB6F-C593-F168A1278794}"/>
                </a:ext>
              </a:extLst>
            </p:cNvPr>
            <p:cNvSpPr/>
            <p:nvPr/>
          </p:nvSpPr>
          <p:spPr>
            <a:xfrm>
              <a:off x="6957653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43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E8698DF-8A0C-D638-3D32-1AE099194FA0}"/>
                </a:ext>
              </a:extLst>
            </p:cNvPr>
            <p:cNvSpPr/>
            <p:nvPr/>
          </p:nvSpPr>
          <p:spPr>
            <a:xfrm>
              <a:off x="7737941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5BDDC9-55ED-E83E-158C-F8F33575BA93}"/>
                </a:ext>
              </a:extLst>
            </p:cNvPr>
            <p:cNvSpPr/>
            <p:nvPr/>
          </p:nvSpPr>
          <p:spPr>
            <a:xfrm>
              <a:off x="8518229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F5938A-8F6F-5186-2A65-82960EFEDD0B}"/>
                </a:ext>
              </a:extLst>
            </p:cNvPr>
            <p:cNvSpPr/>
            <p:nvPr/>
          </p:nvSpPr>
          <p:spPr>
            <a:xfrm>
              <a:off x="9298517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E902E60-6E75-B791-FD32-58AA768B894B}"/>
                </a:ext>
              </a:extLst>
            </p:cNvPr>
            <p:cNvSpPr/>
            <p:nvPr/>
          </p:nvSpPr>
          <p:spPr>
            <a:xfrm>
              <a:off x="10078805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9514DBA-AA66-8537-4948-05425120B86F}"/>
                </a:ext>
              </a:extLst>
            </p:cNvPr>
            <p:cNvSpPr/>
            <p:nvPr/>
          </p:nvSpPr>
          <p:spPr>
            <a:xfrm>
              <a:off x="10859093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82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715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64804-AF7E-3397-2CC1-FE7625412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A88F45-41D7-1595-AA53-88DEA41CEE71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4BC976-9A7A-488B-C21F-A75EDD30EBF3}"/>
              </a:ext>
            </a:extLst>
          </p:cNvPr>
          <p:cNvGrpSpPr/>
          <p:nvPr/>
        </p:nvGrpSpPr>
        <p:grpSpPr>
          <a:xfrm>
            <a:off x="4616704" y="2473603"/>
            <a:ext cx="7022592" cy="3584448"/>
            <a:chOff x="4616789" y="3413760"/>
            <a:chExt cx="7022592" cy="35844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C37D71-CA3B-BD9B-4A91-F9467BEE13A9}"/>
                </a:ext>
              </a:extLst>
            </p:cNvPr>
            <p:cNvSpPr/>
            <p:nvPr/>
          </p:nvSpPr>
          <p:spPr>
            <a:xfrm>
              <a:off x="4616789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474A1B-07C7-B8B2-89FB-7142A66378B8}"/>
                </a:ext>
              </a:extLst>
            </p:cNvPr>
            <p:cNvSpPr/>
            <p:nvPr/>
          </p:nvSpPr>
          <p:spPr>
            <a:xfrm>
              <a:off x="5397077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4C2FC1-CA55-F2BF-FE07-D35A54B5FE3D}"/>
                </a:ext>
              </a:extLst>
            </p:cNvPr>
            <p:cNvSpPr/>
            <p:nvPr/>
          </p:nvSpPr>
          <p:spPr>
            <a:xfrm>
              <a:off x="6177365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77E1C2-7E52-D5E1-F16B-434F2C57E99C}"/>
                </a:ext>
              </a:extLst>
            </p:cNvPr>
            <p:cNvSpPr/>
            <p:nvPr/>
          </p:nvSpPr>
          <p:spPr>
            <a:xfrm>
              <a:off x="6957653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F14636-7F29-49DC-67CA-A0E99821B783}"/>
                </a:ext>
              </a:extLst>
            </p:cNvPr>
            <p:cNvSpPr/>
            <p:nvPr/>
          </p:nvSpPr>
          <p:spPr>
            <a:xfrm>
              <a:off x="7737941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3C3A96-CFB8-76AE-8AEF-0AA26E2A240E}"/>
                </a:ext>
              </a:extLst>
            </p:cNvPr>
            <p:cNvSpPr/>
            <p:nvPr/>
          </p:nvSpPr>
          <p:spPr>
            <a:xfrm>
              <a:off x="8518229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8B45BF-A93F-F0CA-EEA7-E84CA4240107}"/>
                </a:ext>
              </a:extLst>
            </p:cNvPr>
            <p:cNvSpPr/>
            <p:nvPr/>
          </p:nvSpPr>
          <p:spPr>
            <a:xfrm>
              <a:off x="9298517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4769DE-F732-0D8D-B3D0-AEA0AA034836}"/>
                </a:ext>
              </a:extLst>
            </p:cNvPr>
            <p:cNvSpPr/>
            <p:nvPr/>
          </p:nvSpPr>
          <p:spPr>
            <a:xfrm>
              <a:off x="10078805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29740F-0071-934D-92CC-235F56662D18}"/>
                </a:ext>
              </a:extLst>
            </p:cNvPr>
            <p:cNvSpPr/>
            <p:nvPr/>
          </p:nvSpPr>
          <p:spPr>
            <a:xfrm>
              <a:off x="10859093" y="3413760"/>
              <a:ext cx="780288" cy="658368"/>
            </a:xfrm>
            <a:prstGeom prst="rect">
              <a:avLst/>
            </a:prstGeom>
            <a:solidFill>
              <a:srgbClr val="FAFFD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F7BF57-7A92-BD0F-3EB7-D4AEBB0A3FF1}"/>
                </a:ext>
              </a:extLst>
            </p:cNvPr>
            <p:cNvSpPr/>
            <p:nvPr/>
          </p:nvSpPr>
          <p:spPr>
            <a:xfrm>
              <a:off x="4616789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2294509-B463-653E-E88A-2289C2B282AA}"/>
                </a:ext>
              </a:extLst>
            </p:cNvPr>
            <p:cNvSpPr/>
            <p:nvPr/>
          </p:nvSpPr>
          <p:spPr>
            <a:xfrm>
              <a:off x="5397077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0A884A-F0F8-2F2D-8573-48DCE40D24DA}"/>
                </a:ext>
              </a:extLst>
            </p:cNvPr>
            <p:cNvSpPr/>
            <p:nvPr/>
          </p:nvSpPr>
          <p:spPr>
            <a:xfrm>
              <a:off x="6177365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8918C9-31C3-5733-F3CB-B8BF58134B93}"/>
                </a:ext>
              </a:extLst>
            </p:cNvPr>
            <p:cNvSpPr/>
            <p:nvPr/>
          </p:nvSpPr>
          <p:spPr>
            <a:xfrm>
              <a:off x="6957653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F269AA-5860-4D75-5A5F-86907BA35A7A}"/>
                </a:ext>
              </a:extLst>
            </p:cNvPr>
            <p:cNvSpPr/>
            <p:nvPr/>
          </p:nvSpPr>
          <p:spPr>
            <a:xfrm>
              <a:off x="7737941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DC031-ABBD-5A49-6314-AE13A47B3BFC}"/>
                </a:ext>
              </a:extLst>
            </p:cNvPr>
            <p:cNvSpPr/>
            <p:nvPr/>
          </p:nvSpPr>
          <p:spPr>
            <a:xfrm>
              <a:off x="8518229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3350D1-E50A-F778-215A-2E713A177FA4}"/>
                </a:ext>
              </a:extLst>
            </p:cNvPr>
            <p:cNvSpPr/>
            <p:nvPr/>
          </p:nvSpPr>
          <p:spPr>
            <a:xfrm>
              <a:off x="9298517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248E4CA-ABAC-46E6-B9EF-C214DA70DD95}"/>
                </a:ext>
              </a:extLst>
            </p:cNvPr>
            <p:cNvSpPr/>
            <p:nvPr/>
          </p:nvSpPr>
          <p:spPr>
            <a:xfrm>
              <a:off x="10078805" y="487680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912B337-3C3C-F111-5581-53A2565AF28B}"/>
                </a:ext>
              </a:extLst>
            </p:cNvPr>
            <p:cNvSpPr/>
            <p:nvPr/>
          </p:nvSpPr>
          <p:spPr>
            <a:xfrm>
              <a:off x="10859093" y="4876800"/>
              <a:ext cx="780288" cy="658368"/>
            </a:xfrm>
            <a:prstGeom prst="rect">
              <a:avLst/>
            </a:prstGeom>
            <a:solidFill>
              <a:srgbClr val="DEF2FF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C24153-686B-B946-71AD-9BD9A1DE4282}"/>
                </a:ext>
              </a:extLst>
            </p:cNvPr>
            <p:cNvSpPr/>
            <p:nvPr/>
          </p:nvSpPr>
          <p:spPr>
            <a:xfrm>
              <a:off x="4616789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178BB0-CB03-87DA-FC14-011DB2457738}"/>
                </a:ext>
              </a:extLst>
            </p:cNvPr>
            <p:cNvSpPr/>
            <p:nvPr/>
          </p:nvSpPr>
          <p:spPr>
            <a:xfrm>
              <a:off x="5397077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3CB40E-9280-7446-820C-E25E877DAAA1}"/>
                </a:ext>
              </a:extLst>
            </p:cNvPr>
            <p:cNvSpPr/>
            <p:nvPr/>
          </p:nvSpPr>
          <p:spPr>
            <a:xfrm>
              <a:off x="6177365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A55F01-77D2-2B41-A78B-E5045434E79E}"/>
                </a:ext>
              </a:extLst>
            </p:cNvPr>
            <p:cNvSpPr/>
            <p:nvPr/>
          </p:nvSpPr>
          <p:spPr>
            <a:xfrm>
              <a:off x="6957653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699C58D-DE8A-F39B-2641-3B296B88E362}"/>
                </a:ext>
              </a:extLst>
            </p:cNvPr>
            <p:cNvSpPr/>
            <p:nvPr/>
          </p:nvSpPr>
          <p:spPr>
            <a:xfrm>
              <a:off x="7737941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CD32DA2-5101-F51B-FC92-CFFCB330CFB5}"/>
                </a:ext>
              </a:extLst>
            </p:cNvPr>
            <p:cNvSpPr/>
            <p:nvPr/>
          </p:nvSpPr>
          <p:spPr>
            <a:xfrm>
              <a:off x="8518229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089F46-21CA-E8EF-0364-C147CD6B1908}"/>
                </a:ext>
              </a:extLst>
            </p:cNvPr>
            <p:cNvSpPr/>
            <p:nvPr/>
          </p:nvSpPr>
          <p:spPr>
            <a:xfrm>
              <a:off x="9298517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DD2E2F-5B39-6046-B70C-2C7F19ED0FCE}"/>
                </a:ext>
              </a:extLst>
            </p:cNvPr>
            <p:cNvSpPr/>
            <p:nvPr/>
          </p:nvSpPr>
          <p:spPr>
            <a:xfrm>
              <a:off x="10078805" y="6339840"/>
              <a:ext cx="780288" cy="658368"/>
            </a:xfrm>
            <a:prstGeom prst="rect">
              <a:avLst/>
            </a:prstGeom>
            <a:solidFill>
              <a:srgbClr val="FFF0DC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A82463-E8B3-C79D-2BA9-5E153DFDFE97}"/>
                </a:ext>
              </a:extLst>
            </p:cNvPr>
            <p:cNvSpPr/>
            <p:nvPr/>
          </p:nvSpPr>
          <p:spPr>
            <a:xfrm>
              <a:off x="10859093" y="6339840"/>
              <a:ext cx="780288" cy="658368"/>
            </a:xfrm>
            <a:prstGeom prst="rect">
              <a:avLst/>
            </a:prstGeom>
            <a:solidFill>
              <a:srgbClr val="DDEBF7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82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1E859CE-68C4-691F-5345-3F1C0761C6E0}"/>
              </a:ext>
            </a:extLst>
          </p:cNvPr>
          <p:cNvSpPr txBox="1"/>
          <p:nvPr/>
        </p:nvSpPr>
        <p:spPr>
          <a:xfrm>
            <a:off x="-167425" y="6862723"/>
            <a:ext cx="1625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</a:t>
            </a:r>
            <a:r>
              <a:rPr lang="en-US" sz="3200" b="1" dirty="0">
                <a:solidFill>
                  <a:srgbClr val="0000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8</a:t>
            </a:r>
          </a:p>
        </p:txBody>
      </p:sp>
    </p:spTree>
    <p:extLst>
      <p:ext uri="{BB962C8B-B14F-4D97-AF65-F5344CB8AC3E}">
        <p14:creationId xmlns:p14="http://schemas.microsoft.com/office/powerpoint/2010/main" val="378328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DDBFF9-4B93-4904-59A2-F8FA51A4AADF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E3841E1-978D-1215-4029-FF5503F0615E}"/>
              </a:ext>
            </a:extLst>
          </p:cNvPr>
          <p:cNvGrpSpPr/>
          <p:nvPr/>
        </p:nvGrpSpPr>
        <p:grpSpPr>
          <a:xfrm>
            <a:off x="4616704" y="1408176"/>
            <a:ext cx="7022592" cy="5047488"/>
            <a:chOff x="4616704" y="2926080"/>
            <a:chExt cx="7022592" cy="50474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BAB29EC-BEF4-FA12-264D-728AD1CC8B46}"/>
                </a:ext>
              </a:extLst>
            </p:cNvPr>
            <p:cNvSpPr/>
            <p:nvPr/>
          </p:nvSpPr>
          <p:spPr>
            <a:xfrm>
              <a:off x="6957653" y="438912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43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B2085FF-B2CE-36AA-D400-653F3DD3EC22}"/>
                </a:ext>
              </a:extLst>
            </p:cNvPr>
            <p:cNvGrpSpPr/>
            <p:nvPr/>
          </p:nvGrpSpPr>
          <p:grpSpPr>
            <a:xfrm>
              <a:off x="4616704" y="2926080"/>
              <a:ext cx="7022592" cy="5047488"/>
              <a:chOff x="4616789" y="2926080"/>
              <a:chExt cx="7022592" cy="50474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2F617BB-785D-EADD-9BCF-382D9D6194BF}"/>
                  </a:ext>
                </a:extLst>
              </p:cNvPr>
              <p:cNvSpPr/>
              <p:nvPr/>
            </p:nvSpPr>
            <p:spPr>
              <a:xfrm>
                <a:off x="4616789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38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31E1D-531E-E227-B30D-9563FCCAEEC1}"/>
                  </a:ext>
                </a:extLst>
              </p:cNvPr>
              <p:cNvSpPr/>
              <p:nvPr/>
            </p:nvSpPr>
            <p:spPr>
              <a:xfrm>
                <a:off x="5397077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27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59ECF9C-1AF8-8D72-7E95-A1EF01F6BAA8}"/>
                  </a:ext>
                </a:extLst>
              </p:cNvPr>
              <p:cNvSpPr/>
              <p:nvPr/>
            </p:nvSpPr>
            <p:spPr>
              <a:xfrm>
                <a:off x="6177365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43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5B10E6C-B117-4C4F-CCCE-8C836F2DA25E}"/>
                  </a:ext>
                </a:extLst>
              </p:cNvPr>
              <p:cNvSpPr/>
              <p:nvPr/>
            </p:nvSpPr>
            <p:spPr>
              <a:xfrm>
                <a:off x="6957653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05E8DC8-17FA-4FCA-B43B-4DFA20F85AA7}"/>
                  </a:ext>
                </a:extLst>
              </p:cNvPr>
              <p:cNvSpPr/>
              <p:nvPr/>
            </p:nvSpPr>
            <p:spPr>
              <a:xfrm>
                <a:off x="7737941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9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F25F242-0323-5E3B-2139-FFB603077CBF}"/>
                  </a:ext>
                </a:extLst>
              </p:cNvPr>
              <p:cNvSpPr/>
              <p:nvPr/>
            </p:nvSpPr>
            <p:spPr>
              <a:xfrm>
                <a:off x="8518229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82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EFEBA57-7661-15C6-CA31-75AB6E2AADF6}"/>
                  </a:ext>
                </a:extLst>
              </p:cNvPr>
              <p:cNvSpPr/>
              <p:nvPr/>
            </p:nvSpPr>
            <p:spPr>
              <a:xfrm>
                <a:off x="9298517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10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8321C-4806-A089-7A7F-12E513284D34}"/>
                  </a:ext>
                </a:extLst>
              </p:cNvPr>
              <p:cNvSpPr/>
              <p:nvPr/>
            </p:nvSpPr>
            <p:spPr>
              <a:xfrm>
                <a:off x="10078805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E4E46B-8297-2631-8A46-B8FF24C1BE16}"/>
                  </a:ext>
                </a:extLst>
              </p:cNvPr>
              <p:cNvSpPr/>
              <p:nvPr/>
            </p:nvSpPr>
            <p:spPr>
              <a:xfrm>
                <a:off x="10859093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BD9E6B-0B5A-A454-3E8E-7BA24BD673BD}"/>
                  </a:ext>
                </a:extLst>
              </p:cNvPr>
              <p:cNvSpPr/>
              <p:nvPr/>
            </p:nvSpPr>
            <p:spPr>
              <a:xfrm>
                <a:off x="4616789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27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34D4B5-F984-1B88-20B8-27994B9E2D0E}"/>
                  </a:ext>
                </a:extLst>
              </p:cNvPr>
              <p:cNvSpPr/>
              <p:nvPr/>
            </p:nvSpPr>
            <p:spPr>
              <a:xfrm>
                <a:off x="5397077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38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E69186-29D2-8D40-904F-62EBE704CA2E}"/>
                  </a:ext>
                </a:extLst>
              </p:cNvPr>
              <p:cNvSpPr/>
              <p:nvPr/>
            </p:nvSpPr>
            <p:spPr>
              <a:xfrm>
                <a:off x="6177365" y="4389120"/>
                <a:ext cx="780288" cy="658368"/>
              </a:xfrm>
              <a:prstGeom prst="rect">
                <a:avLst/>
              </a:prstGeom>
              <a:solidFill>
                <a:srgbClr val="FFE9E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E5415A7-AADB-A12D-46F6-F901273B57C7}"/>
                  </a:ext>
                </a:extLst>
              </p:cNvPr>
              <p:cNvSpPr/>
              <p:nvPr/>
            </p:nvSpPr>
            <p:spPr>
              <a:xfrm>
                <a:off x="7737941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4909E6F-47CD-4EB0-0D8C-A79B875CE457}"/>
                  </a:ext>
                </a:extLst>
              </p:cNvPr>
              <p:cNvSpPr/>
              <p:nvPr/>
            </p:nvSpPr>
            <p:spPr>
              <a:xfrm>
                <a:off x="8518229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82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5FC6720-BEC5-FA06-7B0D-72446BEA77BF}"/>
                  </a:ext>
                </a:extLst>
              </p:cNvPr>
              <p:cNvSpPr/>
              <p:nvPr/>
            </p:nvSpPr>
            <p:spPr>
              <a:xfrm>
                <a:off x="9298517" y="4389120"/>
                <a:ext cx="780288" cy="658368"/>
              </a:xfrm>
              <a:prstGeom prst="rect">
                <a:avLst/>
              </a:prstGeom>
              <a:solidFill>
                <a:srgbClr val="FFE9E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BE44651-058C-594A-584C-AC3ADD0C5A51}"/>
                  </a:ext>
                </a:extLst>
              </p:cNvPr>
              <p:cNvSpPr/>
              <p:nvPr/>
            </p:nvSpPr>
            <p:spPr>
              <a:xfrm>
                <a:off x="10078805" y="4389120"/>
                <a:ext cx="780288" cy="658368"/>
              </a:xfrm>
              <a:prstGeom prst="rect">
                <a:avLst/>
              </a:prstGeom>
              <a:solidFill>
                <a:srgbClr val="FFE9E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10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4CE42CC-2BCB-F296-57B1-F75F2C1FF1D1}"/>
                  </a:ext>
                </a:extLst>
              </p:cNvPr>
              <p:cNvSpPr/>
              <p:nvPr/>
            </p:nvSpPr>
            <p:spPr>
              <a:xfrm>
                <a:off x="10859093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FEDC65D-E046-D6BE-706A-F234622D2375}"/>
                  </a:ext>
                </a:extLst>
              </p:cNvPr>
              <p:cNvSpPr/>
              <p:nvPr/>
            </p:nvSpPr>
            <p:spPr>
              <a:xfrm>
                <a:off x="4616789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39B35FA-67DD-9012-296A-CB039704664C}"/>
                  </a:ext>
                </a:extLst>
              </p:cNvPr>
              <p:cNvSpPr/>
              <p:nvPr/>
            </p:nvSpPr>
            <p:spPr>
              <a:xfrm>
                <a:off x="5397077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27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82F7C95-E43D-2ECB-4191-B6BEAEFCA634}"/>
                  </a:ext>
                </a:extLst>
              </p:cNvPr>
              <p:cNvSpPr/>
              <p:nvPr/>
            </p:nvSpPr>
            <p:spPr>
              <a:xfrm>
                <a:off x="6177365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38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F089706-F73E-C13D-0420-CBA704D7B7B5}"/>
                  </a:ext>
                </a:extLst>
              </p:cNvPr>
              <p:cNvSpPr/>
              <p:nvPr/>
            </p:nvSpPr>
            <p:spPr>
              <a:xfrm>
                <a:off x="6957653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43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1CA98F6-D61E-877B-C54B-890D21BEA72F}"/>
                  </a:ext>
                </a:extLst>
              </p:cNvPr>
              <p:cNvSpPr/>
              <p:nvPr/>
            </p:nvSpPr>
            <p:spPr>
              <a:xfrm>
                <a:off x="7737941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1227BB8-83BD-7C6D-EB28-A591104BA60F}"/>
                  </a:ext>
                </a:extLst>
              </p:cNvPr>
              <p:cNvSpPr/>
              <p:nvPr/>
            </p:nvSpPr>
            <p:spPr>
              <a:xfrm>
                <a:off x="8518229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B96E541-9A44-CF5D-57CD-B4BFD8C7C96C}"/>
                  </a:ext>
                </a:extLst>
              </p:cNvPr>
              <p:cNvSpPr/>
              <p:nvPr/>
            </p:nvSpPr>
            <p:spPr>
              <a:xfrm>
                <a:off x="9298517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4FF5522-5485-D994-1770-2D575BCF1398}"/>
                  </a:ext>
                </a:extLst>
              </p:cNvPr>
              <p:cNvSpPr/>
              <p:nvPr/>
            </p:nvSpPr>
            <p:spPr>
              <a:xfrm>
                <a:off x="10078805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10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0280023-2D3F-E114-DB00-D1F4A21622ED}"/>
                  </a:ext>
                </a:extLst>
              </p:cNvPr>
              <p:cNvSpPr/>
              <p:nvPr/>
            </p:nvSpPr>
            <p:spPr>
              <a:xfrm>
                <a:off x="10859093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82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B5813EE-E5EE-9476-BD98-03754BBBC6D0}"/>
                  </a:ext>
                </a:extLst>
              </p:cNvPr>
              <p:cNvSpPr/>
              <p:nvPr/>
            </p:nvSpPr>
            <p:spPr>
              <a:xfrm>
                <a:off x="4616789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2563EE3-E5E7-3AAF-12AE-4606BEDBA52C}"/>
                  </a:ext>
                </a:extLst>
              </p:cNvPr>
              <p:cNvSpPr/>
              <p:nvPr/>
            </p:nvSpPr>
            <p:spPr>
              <a:xfrm>
                <a:off x="5397077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FD12770-A8FD-4C39-9A15-F16C493451F4}"/>
                  </a:ext>
                </a:extLst>
              </p:cNvPr>
              <p:cNvSpPr/>
              <p:nvPr/>
            </p:nvSpPr>
            <p:spPr>
              <a:xfrm>
                <a:off x="6177365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DD0EDB8-45D1-8BF4-FDE9-15F29EE94247}"/>
                  </a:ext>
                </a:extLst>
              </p:cNvPr>
              <p:cNvSpPr/>
              <p:nvPr/>
            </p:nvSpPr>
            <p:spPr>
              <a:xfrm>
                <a:off x="6957653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9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04C83D-C2C3-652C-0F88-40B01659A850}"/>
                  </a:ext>
                </a:extLst>
              </p:cNvPr>
              <p:cNvSpPr/>
              <p:nvPr/>
            </p:nvSpPr>
            <p:spPr>
              <a:xfrm>
                <a:off x="7737941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10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47C16B5-AFD2-EB95-B88C-F6416579DE97}"/>
                  </a:ext>
                </a:extLst>
              </p:cNvPr>
              <p:cNvSpPr/>
              <p:nvPr/>
            </p:nvSpPr>
            <p:spPr>
              <a:xfrm>
                <a:off x="8518229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27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D251700-CD36-D2B0-D389-19B939542A04}"/>
                  </a:ext>
                </a:extLst>
              </p:cNvPr>
              <p:cNvSpPr/>
              <p:nvPr/>
            </p:nvSpPr>
            <p:spPr>
              <a:xfrm>
                <a:off x="9298517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38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2E63B1E-67B3-F41A-AF83-6A0B76F90762}"/>
                  </a:ext>
                </a:extLst>
              </p:cNvPr>
              <p:cNvSpPr/>
              <p:nvPr/>
            </p:nvSpPr>
            <p:spPr>
              <a:xfrm>
                <a:off x="10078805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43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68E1FBE-6D5D-0675-4835-846BD5BF480B}"/>
                  </a:ext>
                </a:extLst>
              </p:cNvPr>
              <p:cNvSpPr/>
              <p:nvPr/>
            </p:nvSpPr>
            <p:spPr>
              <a:xfrm>
                <a:off x="10859093" y="7315200"/>
                <a:ext cx="780288" cy="658368"/>
              </a:xfrm>
              <a:prstGeom prst="rect">
                <a:avLst/>
              </a:prstGeom>
              <a:solidFill>
                <a:srgbClr val="E0FFF2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82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319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FF734-B9B9-A336-E9EB-1920C044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E406E-8497-11FC-C9F0-64B4FA930109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DFA82F-D246-545F-1AF8-AA99507B83C6}"/>
              </a:ext>
            </a:extLst>
          </p:cNvPr>
          <p:cNvGrpSpPr/>
          <p:nvPr/>
        </p:nvGrpSpPr>
        <p:grpSpPr>
          <a:xfrm>
            <a:off x="4616704" y="1408176"/>
            <a:ext cx="7022592" cy="5047488"/>
            <a:chOff x="4616704" y="2926080"/>
            <a:chExt cx="7022592" cy="50474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C2DECB-AE0A-3FF3-1E3D-7569AC9F7C41}"/>
                </a:ext>
              </a:extLst>
            </p:cNvPr>
            <p:cNvSpPr/>
            <p:nvPr/>
          </p:nvSpPr>
          <p:spPr>
            <a:xfrm>
              <a:off x="6957653" y="4389120"/>
              <a:ext cx="780288" cy="658368"/>
            </a:xfrm>
            <a:prstGeom prst="rect">
              <a:avLst/>
            </a:prstGeom>
            <a:solidFill>
              <a:srgbClr val="FFE9E9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43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7B41981-8183-4525-CFC1-B01504C2D2FC}"/>
                </a:ext>
              </a:extLst>
            </p:cNvPr>
            <p:cNvGrpSpPr/>
            <p:nvPr/>
          </p:nvGrpSpPr>
          <p:grpSpPr>
            <a:xfrm>
              <a:off x="4616704" y="2926080"/>
              <a:ext cx="7022592" cy="5047488"/>
              <a:chOff x="4616789" y="2926080"/>
              <a:chExt cx="7022592" cy="50474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1728CDF-9813-2403-890C-B0FCCE77FC10}"/>
                  </a:ext>
                </a:extLst>
              </p:cNvPr>
              <p:cNvSpPr/>
              <p:nvPr/>
            </p:nvSpPr>
            <p:spPr>
              <a:xfrm>
                <a:off x="4616789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38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E37959B-AA46-C5DF-0728-35CC0D7CFBA5}"/>
                  </a:ext>
                </a:extLst>
              </p:cNvPr>
              <p:cNvSpPr/>
              <p:nvPr/>
            </p:nvSpPr>
            <p:spPr>
              <a:xfrm>
                <a:off x="5397077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27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637232E-622F-E941-2940-32F1026A4441}"/>
                  </a:ext>
                </a:extLst>
              </p:cNvPr>
              <p:cNvSpPr/>
              <p:nvPr/>
            </p:nvSpPr>
            <p:spPr>
              <a:xfrm>
                <a:off x="6177365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43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920157-C901-193E-FE09-A434E661A2CD}"/>
                  </a:ext>
                </a:extLst>
              </p:cNvPr>
              <p:cNvSpPr/>
              <p:nvPr/>
            </p:nvSpPr>
            <p:spPr>
              <a:xfrm>
                <a:off x="6957653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B8E21F3-1493-1F7C-876D-0A3618BCDBD6}"/>
                  </a:ext>
                </a:extLst>
              </p:cNvPr>
              <p:cNvSpPr/>
              <p:nvPr/>
            </p:nvSpPr>
            <p:spPr>
              <a:xfrm>
                <a:off x="7737941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4A45B6-260E-138D-6787-A66C4C8819A7}"/>
                  </a:ext>
                </a:extLst>
              </p:cNvPr>
              <p:cNvSpPr/>
              <p:nvPr/>
            </p:nvSpPr>
            <p:spPr>
              <a:xfrm>
                <a:off x="8518229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82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BC1F5C-E915-3DBF-E5EC-C7A3CD94B9AB}"/>
                  </a:ext>
                </a:extLst>
              </p:cNvPr>
              <p:cNvSpPr/>
              <p:nvPr/>
            </p:nvSpPr>
            <p:spPr>
              <a:xfrm>
                <a:off x="9298517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F3967DF-10C7-99EC-3283-644311AC7439}"/>
                  </a:ext>
                </a:extLst>
              </p:cNvPr>
              <p:cNvSpPr/>
              <p:nvPr/>
            </p:nvSpPr>
            <p:spPr>
              <a:xfrm>
                <a:off x="10078805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05DAE3-8F1D-8048-4E3C-5C4494B19927}"/>
                  </a:ext>
                </a:extLst>
              </p:cNvPr>
              <p:cNvSpPr/>
              <p:nvPr/>
            </p:nvSpPr>
            <p:spPr>
              <a:xfrm>
                <a:off x="10859093" y="2926080"/>
                <a:ext cx="780288" cy="658368"/>
              </a:xfrm>
              <a:prstGeom prst="rect">
                <a:avLst/>
              </a:prstGeom>
              <a:solidFill>
                <a:srgbClr val="FAFFD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2876E50-7576-55D2-93AE-A4804767E655}"/>
                  </a:ext>
                </a:extLst>
              </p:cNvPr>
              <p:cNvSpPr/>
              <p:nvPr/>
            </p:nvSpPr>
            <p:spPr>
              <a:xfrm>
                <a:off x="4616789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27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6A5664-94C0-40B1-0A33-3A2DBAD6C7AA}"/>
                  </a:ext>
                </a:extLst>
              </p:cNvPr>
              <p:cNvSpPr/>
              <p:nvPr/>
            </p:nvSpPr>
            <p:spPr>
              <a:xfrm>
                <a:off x="5397077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38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C991F08-AF0D-7558-F75F-09E4A0BA7E15}"/>
                  </a:ext>
                </a:extLst>
              </p:cNvPr>
              <p:cNvSpPr/>
              <p:nvPr/>
            </p:nvSpPr>
            <p:spPr>
              <a:xfrm>
                <a:off x="6177365" y="4389120"/>
                <a:ext cx="780288" cy="658368"/>
              </a:xfrm>
              <a:prstGeom prst="rect">
                <a:avLst/>
              </a:prstGeom>
              <a:solidFill>
                <a:srgbClr val="FFE9E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43A4D88-F06C-54C3-D0BC-512200D809E5}"/>
                  </a:ext>
                </a:extLst>
              </p:cNvPr>
              <p:cNvSpPr/>
              <p:nvPr/>
            </p:nvSpPr>
            <p:spPr>
              <a:xfrm>
                <a:off x="7737941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7A778F-CDA9-AF18-2919-CF6CBD2615D4}"/>
                  </a:ext>
                </a:extLst>
              </p:cNvPr>
              <p:cNvSpPr/>
              <p:nvPr/>
            </p:nvSpPr>
            <p:spPr>
              <a:xfrm>
                <a:off x="8518229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82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630B60-EF9B-855F-D351-F88E3A02FCF9}"/>
                  </a:ext>
                </a:extLst>
              </p:cNvPr>
              <p:cNvSpPr/>
              <p:nvPr/>
            </p:nvSpPr>
            <p:spPr>
              <a:xfrm>
                <a:off x="9298517" y="4389120"/>
                <a:ext cx="780288" cy="658368"/>
              </a:xfrm>
              <a:prstGeom prst="rect">
                <a:avLst/>
              </a:prstGeom>
              <a:solidFill>
                <a:srgbClr val="FFE9E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187659E-5BDF-B576-E868-A2F623F12A99}"/>
                  </a:ext>
                </a:extLst>
              </p:cNvPr>
              <p:cNvSpPr/>
              <p:nvPr/>
            </p:nvSpPr>
            <p:spPr>
              <a:xfrm>
                <a:off x="10078805" y="4389120"/>
                <a:ext cx="780288" cy="658368"/>
              </a:xfrm>
              <a:prstGeom prst="rect">
                <a:avLst/>
              </a:prstGeom>
              <a:solidFill>
                <a:srgbClr val="FFE9E9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04C6873-44E1-CEF3-6878-C60175BDEB0C}"/>
                  </a:ext>
                </a:extLst>
              </p:cNvPr>
              <p:cNvSpPr/>
              <p:nvPr/>
            </p:nvSpPr>
            <p:spPr>
              <a:xfrm>
                <a:off x="10859093" y="4389120"/>
                <a:ext cx="780288" cy="658368"/>
              </a:xfrm>
              <a:prstGeom prst="rect">
                <a:avLst/>
              </a:prstGeom>
              <a:solidFill>
                <a:srgbClr val="DEF2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1BFA015-8D6C-6582-04F4-D4E586A6FD03}"/>
                  </a:ext>
                </a:extLst>
              </p:cNvPr>
              <p:cNvSpPr/>
              <p:nvPr/>
            </p:nvSpPr>
            <p:spPr>
              <a:xfrm>
                <a:off x="4616789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482B844-599A-DB3A-79D6-C41DBB310C5B}"/>
                  </a:ext>
                </a:extLst>
              </p:cNvPr>
              <p:cNvSpPr/>
              <p:nvPr/>
            </p:nvSpPr>
            <p:spPr>
              <a:xfrm>
                <a:off x="5397077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27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6BA8836-7BCE-DFB9-41E0-DCB43AB9EAB2}"/>
                  </a:ext>
                </a:extLst>
              </p:cNvPr>
              <p:cNvSpPr/>
              <p:nvPr/>
            </p:nvSpPr>
            <p:spPr>
              <a:xfrm>
                <a:off x="6177365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38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7339ADE-4281-E6FF-6D83-16BBC1891047}"/>
                  </a:ext>
                </a:extLst>
              </p:cNvPr>
              <p:cNvSpPr/>
              <p:nvPr/>
            </p:nvSpPr>
            <p:spPr>
              <a:xfrm>
                <a:off x="6957653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43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BFEECB2-CC7D-7831-4770-6567754836D7}"/>
                  </a:ext>
                </a:extLst>
              </p:cNvPr>
              <p:cNvSpPr/>
              <p:nvPr/>
            </p:nvSpPr>
            <p:spPr>
              <a:xfrm>
                <a:off x="7737941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FD4101-1AFF-63DB-1474-C9DAB41B2ADC}"/>
                  </a:ext>
                </a:extLst>
              </p:cNvPr>
              <p:cNvSpPr/>
              <p:nvPr/>
            </p:nvSpPr>
            <p:spPr>
              <a:xfrm>
                <a:off x="8518229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C7F91CA-1441-DB7A-590F-94FA4DB59B17}"/>
                  </a:ext>
                </a:extLst>
              </p:cNvPr>
              <p:cNvSpPr/>
              <p:nvPr/>
            </p:nvSpPr>
            <p:spPr>
              <a:xfrm>
                <a:off x="9298517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3ACDE2A-C418-E2FB-90C6-A2D97FDA7D8A}"/>
                  </a:ext>
                </a:extLst>
              </p:cNvPr>
              <p:cNvSpPr/>
              <p:nvPr/>
            </p:nvSpPr>
            <p:spPr>
              <a:xfrm>
                <a:off x="10078805" y="5852160"/>
                <a:ext cx="780288" cy="658368"/>
              </a:xfrm>
              <a:prstGeom prst="rect">
                <a:avLst/>
              </a:prstGeom>
              <a:solidFill>
                <a:srgbClr val="FFF0DC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6424855-F9E6-A2DA-F50C-457B6A9EF102}"/>
                  </a:ext>
                </a:extLst>
              </p:cNvPr>
              <p:cNvSpPr/>
              <p:nvPr/>
            </p:nvSpPr>
            <p:spPr>
              <a:xfrm>
                <a:off x="10859093" y="5852160"/>
                <a:ext cx="780288" cy="658368"/>
              </a:xfrm>
              <a:prstGeom prst="rect">
                <a:avLst/>
              </a:prstGeom>
              <a:solidFill>
                <a:srgbClr val="DDEBF7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82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9CD56-D9F3-17BC-4428-A4D5ACA5324D}"/>
                  </a:ext>
                </a:extLst>
              </p:cNvPr>
              <p:cNvSpPr/>
              <p:nvPr/>
            </p:nvSpPr>
            <p:spPr>
              <a:xfrm>
                <a:off x="4616789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F08265A-3182-973C-6A91-87136D2E6C4B}"/>
                  </a:ext>
                </a:extLst>
              </p:cNvPr>
              <p:cNvSpPr/>
              <p:nvPr/>
            </p:nvSpPr>
            <p:spPr>
              <a:xfrm>
                <a:off x="5397077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0455606-EFDB-DCCD-10BA-1B3C45CDB501}"/>
                  </a:ext>
                </a:extLst>
              </p:cNvPr>
              <p:cNvSpPr/>
              <p:nvPr/>
            </p:nvSpPr>
            <p:spPr>
              <a:xfrm>
                <a:off x="6177365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741A975-D4F8-0703-8CA9-F66C1492270B}"/>
                  </a:ext>
                </a:extLst>
              </p:cNvPr>
              <p:cNvSpPr/>
              <p:nvPr/>
            </p:nvSpPr>
            <p:spPr>
              <a:xfrm>
                <a:off x="6957653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B057F45-BEAD-8D93-2130-3122253BBAE8}"/>
                  </a:ext>
                </a:extLst>
              </p:cNvPr>
              <p:cNvSpPr/>
              <p:nvPr/>
            </p:nvSpPr>
            <p:spPr>
              <a:xfrm>
                <a:off x="7737941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93BAFB2-9AD0-9275-AF85-F62E4DC4523F}"/>
                  </a:ext>
                </a:extLst>
              </p:cNvPr>
              <p:cNvSpPr/>
              <p:nvPr/>
            </p:nvSpPr>
            <p:spPr>
              <a:xfrm>
                <a:off x="8518229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27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98A7256-3C8B-FF5F-C117-AAD9712F70AD}"/>
                  </a:ext>
                </a:extLst>
              </p:cNvPr>
              <p:cNvSpPr/>
              <p:nvPr/>
            </p:nvSpPr>
            <p:spPr>
              <a:xfrm>
                <a:off x="9298517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38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CC5C388-CDD6-77D3-CD49-12658058BBA8}"/>
                  </a:ext>
                </a:extLst>
              </p:cNvPr>
              <p:cNvSpPr/>
              <p:nvPr/>
            </p:nvSpPr>
            <p:spPr>
              <a:xfrm>
                <a:off x="10078805" y="7315200"/>
                <a:ext cx="780288" cy="658368"/>
              </a:xfrm>
              <a:prstGeom prst="rect">
                <a:avLst/>
              </a:prstGeom>
              <a:solidFill>
                <a:srgbClr val="F2E6FF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43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FEC8D31-BFF7-CC3B-2154-FA67BD6545E4}"/>
                  </a:ext>
                </a:extLst>
              </p:cNvPr>
              <p:cNvSpPr/>
              <p:nvPr/>
            </p:nvSpPr>
            <p:spPr>
              <a:xfrm>
                <a:off x="10859093" y="7315200"/>
                <a:ext cx="780288" cy="658368"/>
              </a:xfrm>
              <a:prstGeom prst="rect">
                <a:avLst/>
              </a:prstGeom>
              <a:solidFill>
                <a:srgbClr val="E0FFF2"/>
              </a:solidFill>
              <a:ln w="381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+mn-cs"/>
                  </a:rPr>
                  <a:t>82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C86BC71-23CA-3433-761D-A214C0AAEAFE}"/>
              </a:ext>
            </a:extLst>
          </p:cNvPr>
          <p:cNvSpPr txBox="1"/>
          <p:nvPr/>
        </p:nvSpPr>
        <p:spPr>
          <a:xfrm>
            <a:off x="0" y="7476666"/>
            <a:ext cx="1625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 by 16</a:t>
            </a:r>
          </a:p>
        </p:txBody>
      </p:sp>
    </p:spTree>
    <p:extLst>
      <p:ext uri="{BB962C8B-B14F-4D97-AF65-F5344CB8AC3E}">
        <p14:creationId xmlns:p14="http://schemas.microsoft.com/office/powerpoint/2010/main" val="1914032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E1ED6F-5AE0-E71A-1B87-731E300A285E}"/>
              </a:ext>
            </a:extLst>
          </p:cNvPr>
          <p:cNvSpPr/>
          <p:nvPr/>
        </p:nvSpPr>
        <p:spPr>
          <a:xfrm>
            <a:off x="2117" y="0"/>
            <a:ext cx="16251936" cy="914400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21AB6-4FA8-27C7-711D-33871ADDF8BF}"/>
              </a:ext>
            </a:extLst>
          </p:cNvPr>
          <p:cNvSpPr txBox="1"/>
          <p:nvPr/>
        </p:nvSpPr>
        <p:spPr>
          <a:xfrm>
            <a:off x="4064" y="973542"/>
            <a:ext cx="16251936" cy="74898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4267" b="1" dirty="0">
                <a:solidFill>
                  <a:srgbClr val="0000B4"/>
                </a:solidFill>
                <a:latin typeface="Arial" panose="020B0604020202020204" pitchFamily="34" charset="0"/>
              </a:rPr>
              <a:t>Final Merge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FE7E-2D80-2232-6F77-840BBD2A5ECB}"/>
              </a:ext>
            </a:extLst>
          </p:cNvPr>
          <p:cNvSpPr/>
          <p:nvPr/>
        </p:nvSpPr>
        <p:spPr>
          <a:xfrm>
            <a:off x="4616789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3870D-2055-35EF-1817-593ED7762D86}"/>
              </a:ext>
            </a:extLst>
          </p:cNvPr>
          <p:cNvSpPr/>
          <p:nvPr/>
        </p:nvSpPr>
        <p:spPr>
          <a:xfrm>
            <a:off x="5397077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4B6AD-EACD-48BB-21B6-036EAB856A50}"/>
              </a:ext>
            </a:extLst>
          </p:cNvPr>
          <p:cNvSpPr/>
          <p:nvPr/>
        </p:nvSpPr>
        <p:spPr>
          <a:xfrm>
            <a:off x="6177365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F56C0-4880-CD4B-49AB-E5C855B9D10B}"/>
              </a:ext>
            </a:extLst>
          </p:cNvPr>
          <p:cNvSpPr/>
          <p:nvPr/>
        </p:nvSpPr>
        <p:spPr>
          <a:xfrm>
            <a:off x="6957653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396E0D-0710-C3F6-D95E-309770FE9AE6}"/>
              </a:ext>
            </a:extLst>
          </p:cNvPr>
          <p:cNvSpPr/>
          <p:nvPr/>
        </p:nvSpPr>
        <p:spPr>
          <a:xfrm>
            <a:off x="7737941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EA432-946D-340D-A028-F10CD786AAA7}"/>
              </a:ext>
            </a:extLst>
          </p:cNvPr>
          <p:cNvSpPr/>
          <p:nvPr/>
        </p:nvSpPr>
        <p:spPr>
          <a:xfrm>
            <a:off x="8518229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12E6A6-B335-EB19-8341-DBD5AE9902E4}"/>
              </a:ext>
            </a:extLst>
          </p:cNvPr>
          <p:cNvSpPr/>
          <p:nvPr/>
        </p:nvSpPr>
        <p:spPr>
          <a:xfrm>
            <a:off x="9298517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2159B0-997A-7662-60C7-EEAAF068A91A}"/>
              </a:ext>
            </a:extLst>
          </p:cNvPr>
          <p:cNvSpPr/>
          <p:nvPr/>
        </p:nvSpPr>
        <p:spPr>
          <a:xfrm>
            <a:off x="10078805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57BA5-6F37-6FF5-9C66-06AB2A14A881}"/>
              </a:ext>
            </a:extLst>
          </p:cNvPr>
          <p:cNvSpPr/>
          <p:nvPr/>
        </p:nvSpPr>
        <p:spPr>
          <a:xfrm>
            <a:off x="10859093" y="2438400"/>
            <a:ext cx="780288" cy="658368"/>
          </a:xfrm>
          <a:prstGeom prst="rect">
            <a:avLst/>
          </a:prstGeom>
          <a:solidFill>
            <a:srgbClr val="FAFFD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02F3B4-FC95-F3F8-4AEA-B8FF531BE885}"/>
              </a:ext>
            </a:extLst>
          </p:cNvPr>
          <p:cNvSpPr/>
          <p:nvPr/>
        </p:nvSpPr>
        <p:spPr>
          <a:xfrm>
            <a:off x="4616789" y="377952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3D2420-C1C2-3C9B-FA68-E2420361FBF6}"/>
              </a:ext>
            </a:extLst>
          </p:cNvPr>
          <p:cNvSpPr/>
          <p:nvPr/>
        </p:nvSpPr>
        <p:spPr>
          <a:xfrm>
            <a:off x="5397077" y="377952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CB13D-E192-DC3B-D1E3-78F3810A79E0}"/>
              </a:ext>
            </a:extLst>
          </p:cNvPr>
          <p:cNvSpPr/>
          <p:nvPr/>
        </p:nvSpPr>
        <p:spPr>
          <a:xfrm>
            <a:off x="6177365" y="377952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6203E5-DA79-7B0A-78A1-2F8D3A7D2486}"/>
              </a:ext>
            </a:extLst>
          </p:cNvPr>
          <p:cNvSpPr/>
          <p:nvPr/>
        </p:nvSpPr>
        <p:spPr>
          <a:xfrm>
            <a:off x="6957653" y="377952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A0317E-F032-32A1-AE39-BAE80A269D92}"/>
              </a:ext>
            </a:extLst>
          </p:cNvPr>
          <p:cNvSpPr/>
          <p:nvPr/>
        </p:nvSpPr>
        <p:spPr>
          <a:xfrm>
            <a:off x="7737941" y="377952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C9DA51-5B44-8236-50F3-42D558DE1A14}"/>
              </a:ext>
            </a:extLst>
          </p:cNvPr>
          <p:cNvSpPr/>
          <p:nvPr/>
        </p:nvSpPr>
        <p:spPr>
          <a:xfrm>
            <a:off x="8518229" y="377952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71E39-CAEC-72A8-1CC9-81DB7F929EEC}"/>
              </a:ext>
            </a:extLst>
          </p:cNvPr>
          <p:cNvSpPr/>
          <p:nvPr/>
        </p:nvSpPr>
        <p:spPr>
          <a:xfrm>
            <a:off x="9298517" y="377952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A89EF9-1F64-2189-4F73-E3F5B7A150E6}"/>
              </a:ext>
            </a:extLst>
          </p:cNvPr>
          <p:cNvSpPr/>
          <p:nvPr/>
        </p:nvSpPr>
        <p:spPr>
          <a:xfrm>
            <a:off x="10078805" y="3779520"/>
            <a:ext cx="780288" cy="658368"/>
          </a:xfrm>
          <a:prstGeom prst="rect">
            <a:avLst/>
          </a:prstGeom>
          <a:solidFill>
            <a:srgbClr val="FFE9E9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9C710F-09E0-0CFB-CE40-F86435C4EA3D}"/>
              </a:ext>
            </a:extLst>
          </p:cNvPr>
          <p:cNvSpPr/>
          <p:nvPr/>
        </p:nvSpPr>
        <p:spPr>
          <a:xfrm>
            <a:off x="10859093" y="3779520"/>
            <a:ext cx="780288" cy="658368"/>
          </a:xfrm>
          <a:prstGeom prst="rect">
            <a:avLst/>
          </a:prstGeom>
          <a:solidFill>
            <a:srgbClr val="DEF2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42432E-4D19-2CD8-BE2E-E4817D376287}"/>
              </a:ext>
            </a:extLst>
          </p:cNvPr>
          <p:cNvSpPr/>
          <p:nvPr/>
        </p:nvSpPr>
        <p:spPr>
          <a:xfrm>
            <a:off x="4616789" y="5120640"/>
            <a:ext cx="780288" cy="658368"/>
          </a:xfrm>
          <a:prstGeom prst="rect">
            <a:avLst/>
          </a:prstGeom>
          <a:solidFill>
            <a:srgbClr val="DDEBF7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1B23A-5DAC-B5ED-BCE3-FE95B580BC1B}"/>
              </a:ext>
            </a:extLst>
          </p:cNvPr>
          <p:cNvSpPr/>
          <p:nvPr/>
        </p:nvSpPr>
        <p:spPr>
          <a:xfrm>
            <a:off x="5397077" y="5120640"/>
            <a:ext cx="780288" cy="658368"/>
          </a:xfrm>
          <a:prstGeom prst="rect">
            <a:avLst/>
          </a:prstGeom>
          <a:solidFill>
            <a:srgbClr val="DDEBF7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627E37-D77F-BCFF-5853-901FCF6FB2EB}"/>
              </a:ext>
            </a:extLst>
          </p:cNvPr>
          <p:cNvSpPr/>
          <p:nvPr/>
        </p:nvSpPr>
        <p:spPr>
          <a:xfrm>
            <a:off x="6177365" y="5120640"/>
            <a:ext cx="780288" cy="658368"/>
          </a:xfrm>
          <a:prstGeom prst="rect">
            <a:avLst/>
          </a:prstGeom>
          <a:solidFill>
            <a:srgbClr val="DDEBF7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9FC213-01B9-71B1-F4E3-53AF9C19311F}"/>
              </a:ext>
            </a:extLst>
          </p:cNvPr>
          <p:cNvSpPr/>
          <p:nvPr/>
        </p:nvSpPr>
        <p:spPr>
          <a:xfrm>
            <a:off x="6957653" y="5120640"/>
            <a:ext cx="780288" cy="658368"/>
          </a:xfrm>
          <a:prstGeom prst="rect">
            <a:avLst/>
          </a:prstGeom>
          <a:solidFill>
            <a:srgbClr val="DDEBF7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E8336-BF8C-2935-E06B-9F35909C4962}"/>
              </a:ext>
            </a:extLst>
          </p:cNvPr>
          <p:cNvSpPr/>
          <p:nvPr/>
        </p:nvSpPr>
        <p:spPr>
          <a:xfrm>
            <a:off x="7737941" y="5120640"/>
            <a:ext cx="780288" cy="658368"/>
          </a:xfrm>
          <a:prstGeom prst="rect">
            <a:avLst/>
          </a:prstGeom>
          <a:solidFill>
            <a:srgbClr val="FFF0DC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8DAECF-BCF2-5D85-1F60-BD877BAD5929}"/>
              </a:ext>
            </a:extLst>
          </p:cNvPr>
          <p:cNvSpPr/>
          <p:nvPr/>
        </p:nvSpPr>
        <p:spPr>
          <a:xfrm>
            <a:off x="8518229" y="5120640"/>
            <a:ext cx="780288" cy="658368"/>
          </a:xfrm>
          <a:prstGeom prst="rect">
            <a:avLst/>
          </a:prstGeom>
          <a:solidFill>
            <a:srgbClr val="FFF0DC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38445A-8E66-0DC3-325E-7B519B9B420F}"/>
              </a:ext>
            </a:extLst>
          </p:cNvPr>
          <p:cNvSpPr/>
          <p:nvPr/>
        </p:nvSpPr>
        <p:spPr>
          <a:xfrm>
            <a:off x="9298517" y="5120640"/>
            <a:ext cx="780288" cy="658368"/>
          </a:xfrm>
          <a:prstGeom prst="rect">
            <a:avLst/>
          </a:prstGeom>
          <a:solidFill>
            <a:srgbClr val="FFF0DC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EBBEDA-A4D2-D926-4483-0075368ECD0F}"/>
              </a:ext>
            </a:extLst>
          </p:cNvPr>
          <p:cNvSpPr/>
          <p:nvPr/>
        </p:nvSpPr>
        <p:spPr>
          <a:xfrm>
            <a:off x="10078805" y="5120640"/>
            <a:ext cx="780288" cy="658368"/>
          </a:xfrm>
          <a:prstGeom prst="rect">
            <a:avLst/>
          </a:prstGeom>
          <a:solidFill>
            <a:srgbClr val="FFF0DC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6970C3-8D34-191F-9F9C-A54CD1CC1602}"/>
              </a:ext>
            </a:extLst>
          </p:cNvPr>
          <p:cNvSpPr/>
          <p:nvPr/>
        </p:nvSpPr>
        <p:spPr>
          <a:xfrm>
            <a:off x="10859093" y="5120640"/>
            <a:ext cx="780288" cy="658368"/>
          </a:xfrm>
          <a:prstGeom prst="rect">
            <a:avLst/>
          </a:prstGeom>
          <a:solidFill>
            <a:srgbClr val="DDEBF7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4EA7AF-20FB-279F-3FEB-F19BF8A1D24F}"/>
              </a:ext>
            </a:extLst>
          </p:cNvPr>
          <p:cNvSpPr/>
          <p:nvPr/>
        </p:nvSpPr>
        <p:spPr>
          <a:xfrm>
            <a:off x="4616789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CFDE12-0116-93E8-6976-50C1CA90AAC0}"/>
              </a:ext>
            </a:extLst>
          </p:cNvPr>
          <p:cNvSpPr/>
          <p:nvPr/>
        </p:nvSpPr>
        <p:spPr>
          <a:xfrm>
            <a:off x="5397077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A0805C-F28F-D8C5-E92C-DA09920C0E53}"/>
              </a:ext>
            </a:extLst>
          </p:cNvPr>
          <p:cNvSpPr/>
          <p:nvPr/>
        </p:nvSpPr>
        <p:spPr>
          <a:xfrm>
            <a:off x="6177365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FC88C5-3B67-B90B-980B-35E62E332D11}"/>
              </a:ext>
            </a:extLst>
          </p:cNvPr>
          <p:cNvSpPr/>
          <p:nvPr/>
        </p:nvSpPr>
        <p:spPr>
          <a:xfrm>
            <a:off x="6957653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C9EF32-1113-00C4-C3B4-613BE3ABB541}"/>
              </a:ext>
            </a:extLst>
          </p:cNvPr>
          <p:cNvSpPr/>
          <p:nvPr/>
        </p:nvSpPr>
        <p:spPr>
          <a:xfrm>
            <a:off x="7737941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9D37B-6A91-2483-2FE7-421723193A33}"/>
              </a:ext>
            </a:extLst>
          </p:cNvPr>
          <p:cNvSpPr/>
          <p:nvPr/>
        </p:nvSpPr>
        <p:spPr>
          <a:xfrm>
            <a:off x="8518229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35540-B894-033F-C2F3-8A19B14B4889}"/>
              </a:ext>
            </a:extLst>
          </p:cNvPr>
          <p:cNvSpPr/>
          <p:nvPr/>
        </p:nvSpPr>
        <p:spPr>
          <a:xfrm>
            <a:off x="9298517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753380-DEF3-7856-AE93-C64F1688E531}"/>
              </a:ext>
            </a:extLst>
          </p:cNvPr>
          <p:cNvSpPr/>
          <p:nvPr/>
        </p:nvSpPr>
        <p:spPr>
          <a:xfrm>
            <a:off x="10078805" y="6461760"/>
            <a:ext cx="780288" cy="658368"/>
          </a:xfrm>
          <a:prstGeom prst="rect">
            <a:avLst/>
          </a:prstGeom>
          <a:solidFill>
            <a:srgbClr val="F2E6FF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6CB9F3-05AD-D100-4C62-D8A2EB9E4247}"/>
              </a:ext>
            </a:extLst>
          </p:cNvPr>
          <p:cNvSpPr/>
          <p:nvPr/>
        </p:nvSpPr>
        <p:spPr>
          <a:xfrm>
            <a:off x="10859093" y="6461760"/>
            <a:ext cx="780288" cy="658368"/>
          </a:xfrm>
          <a:prstGeom prst="rect">
            <a:avLst/>
          </a:prstGeom>
          <a:solidFill>
            <a:srgbClr val="E0FFF2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14E591-CB63-389A-3BC1-8006919B46F1}"/>
              </a:ext>
            </a:extLst>
          </p:cNvPr>
          <p:cNvSpPr/>
          <p:nvPr/>
        </p:nvSpPr>
        <p:spPr>
          <a:xfrm>
            <a:off x="4616789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85FE5B-BC76-B119-AA78-5BC06F456085}"/>
              </a:ext>
            </a:extLst>
          </p:cNvPr>
          <p:cNvSpPr/>
          <p:nvPr/>
        </p:nvSpPr>
        <p:spPr>
          <a:xfrm>
            <a:off x="5397077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29EA58-7DFA-7883-13F2-A32FF7D3103B}"/>
              </a:ext>
            </a:extLst>
          </p:cNvPr>
          <p:cNvSpPr/>
          <p:nvPr/>
        </p:nvSpPr>
        <p:spPr>
          <a:xfrm>
            <a:off x="6177365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F31FE7-2181-1022-7092-9A5245662B12}"/>
              </a:ext>
            </a:extLst>
          </p:cNvPr>
          <p:cNvSpPr/>
          <p:nvPr/>
        </p:nvSpPr>
        <p:spPr>
          <a:xfrm>
            <a:off x="6957653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A82D00-38E5-57CF-E59A-C9CAF3232B62}"/>
              </a:ext>
            </a:extLst>
          </p:cNvPr>
          <p:cNvSpPr/>
          <p:nvPr/>
        </p:nvSpPr>
        <p:spPr>
          <a:xfrm>
            <a:off x="7737941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A135D4-4C53-FDD5-A138-78E916407A5C}"/>
              </a:ext>
            </a:extLst>
          </p:cNvPr>
          <p:cNvSpPr/>
          <p:nvPr/>
        </p:nvSpPr>
        <p:spPr>
          <a:xfrm>
            <a:off x="8518229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27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11ADC6-F498-3208-8122-36B5A1387631}"/>
              </a:ext>
            </a:extLst>
          </p:cNvPr>
          <p:cNvSpPr/>
          <p:nvPr/>
        </p:nvSpPr>
        <p:spPr>
          <a:xfrm>
            <a:off x="9298517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38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36C13D-6A24-BFF6-0349-91C8EB0E0EAD}"/>
              </a:ext>
            </a:extLst>
          </p:cNvPr>
          <p:cNvSpPr/>
          <p:nvPr/>
        </p:nvSpPr>
        <p:spPr>
          <a:xfrm>
            <a:off x="10078805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43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49225E-10F0-21DA-CBA5-84DDDCA2F7FA}"/>
              </a:ext>
            </a:extLst>
          </p:cNvPr>
          <p:cNvSpPr/>
          <p:nvPr/>
        </p:nvSpPr>
        <p:spPr>
          <a:xfrm>
            <a:off x="10859093" y="7802880"/>
            <a:ext cx="780288" cy="658368"/>
          </a:xfrm>
          <a:prstGeom prst="rect">
            <a:avLst/>
          </a:prstGeom>
          <a:solidFill>
            <a:srgbClr val="F0FFF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2002456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ppt8ED4.tmp</Template>
  <TotalTime>28</TotalTime>
  <Words>296</Words>
  <Application>Microsoft Office PowerPoint</Application>
  <PresentationFormat>Custom</PresentationFormat>
  <Paragraphs>234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 Slotpole</dc:creator>
  <cp:lastModifiedBy>Bob Slotpole</cp:lastModifiedBy>
  <cp:revision>4</cp:revision>
  <dcterms:created xsi:type="dcterms:W3CDTF">2025-11-02T16:10:03Z</dcterms:created>
  <dcterms:modified xsi:type="dcterms:W3CDTF">2025-11-02T17:45:49Z</dcterms:modified>
</cp:coreProperties>
</file>